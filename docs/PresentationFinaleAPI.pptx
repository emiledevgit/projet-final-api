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8"/>
  </p:notesMasterIdLst>
  <p:sldIdLst>
    <p:sldId id="291" r:id="rId2"/>
    <p:sldId id="301" r:id="rId3"/>
    <p:sldId id="257" r:id="rId4"/>
    <p:sldId id="296" r:id="rId5"/>
    <p:sldId id="303" r:id="rId6"/>
    <p:sldId id="292" r:id="rId7"/>
    <p:sldId id="305" r:id="rId8"/>
    <p:sldId id="297" r:id="rId9"/>
    <p:sldId id="304" r:id="rId10"/>
    <p:sldId id="293" r:id="rId11"/>
    <p:sldId id="298" r:id="rId12"/>
    <p:sldId id="294" r:id="rId13"/>
    <p:sldId id="299" r:id="rId14"/>
    <p:sldId id="295" r:id="rId15"/>
    <p:sldId id="306" r:id="rId16"/>
    <p:sldId id="302" r:id="rId17"/>
  </p:sldIdLst>
  <p:sldSz cx="9144000" cy="5143500" type="screen16x9"/>
  <p:notesSz cx="6858000" cy="9144000"/>
  <p:embeddedFontLst>
    <p:embeddedFont>
      <p:font typeface="Karla" panose="020B0604020202020204" charset="0"/>
      <p:regular r:id="rId19"/>
      <p:bold r:id="rId20"/>
      <p:italic r:id="rId21"/>
      <p:boldItalic r:id="rId22"/>
    </p:embeddedFont>
    <p:embeddedFont>
      <p:font typeface="Rubik Black" panose="020B0604020202020204" charset="-79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113CB8-5F3F-4BF8-96C5-1DBBEA26881B}" v="71" dt="2025-12-09T13:19:27.390"/>
  </p1510:revLst>
</p1510:revInfo>
</file>

<file path=ppt/tableStyles.xml><?xml version="1.0" encoding="utf-8"?>
<a:tblStyleLst xmlns:a="http://schemas.openxmlformats.org/drawingml/2006/main" def="{7A565586-2B8F-40F7-ACA6-452D26521FFC}">
  <a:tblStyle styleId="{7A565586-2B8F-40F7-ACA6-452D26521F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rard Émile" userId="S::1649962@crosemont.qc.ca::9f0d3541-6478-43b2-ab92-0dc80e9dad9b" providerId="AD" clId="Web-{A7113CB8-5F3F-4BF8-96C5-1DBBEA26881B}"/>
    <pc:docChg chg="modSld">
      <pc:chgData name="Girard Émile" userId="S::1649962@crosemont.qc.ca::9f0d3541-6478-43b2-ab92-0dc80e9dad9b" providerId="AD" clId="Web-{A7113CB8-5F3F-4BF8-96C5-1DBBEA26881B}" dt="2025-12-09T13:19:27.390" v="70" actId="20577"/>
      <pc:docMkLst>
        <pc:docMk/>
      </pc:docMkLst>
      <pc:sldChg chg="addSp delSp modSp">
        <pc:chgData name="Girard Émile" userId="S::1649962@crosemont.qc.ca::9f0d3541-6478-43b2-ab92-0dc80e9dad9b" providerId="AD" clId="Web-{A7113CB8-5F3F-4BF8-96C5-1DBBEA26881B}" dt="2025-12-09T13:19:27.390" v="70" actId="20577"/>
        <pc:sldMkLst>
          <pc:docMk/>
          <pc:sldMk cId="1159669979" sldId="306"/>
        </pc:sldMkLst>
        <pc:spChg chg="del topLvl">
          <ac:chgData name="Girard Émile" userId="S::1649962@crosemont.qc.ca::9f0d3541-6478-43b2-ab92-0dc80e9dad9b" providerId="AD" clId="Web-{A7113CB8-5F3F-4BF8-96C5-1DBBEA26881B}" dt="2025-12-09T13:17:49.655" v="3"/>
          <ac:spMkLst>
            <pc:docMk/>
            <pc:sldMk cId="1159669979" sldId="306"/>
            <ac:spMk id="3" creationId="{4597F7BE-9689-2615-86C2-9A429C2BEE6A}"/>
          </ac:spMkLst>
        </pc:spChg>
        <pc:spChg chg="mod topLvl">
          <ac:chgData name="Girard Émile" userId="S::1649962@crosemont.qc.ca::9f0d3541-6478-43b2-ab92-0dc80e9dad9b" providerId="AD" clId="Web-{A7113CB8-5F3F-4BF8-96C5-1DBBEA26881B}" dt="2025-12-09T13:19:27.390" v="70" actId="20577"/>
          <ac:spMkLst>
            <pc:docMk/>
            <pc:sldMk cId="1159669979" sldId="306"/>
            <ac:spMk id="6" creationId="{65EAB5C8-2769-2CE9-0A49-9039632B50AA}"/>
          </ac:spMkLst>
        </pc:spChg>
        <pc:grpChg chg="add del">
          <ac:chgData name="Girard Émile" userId="S::1649962@crosemont.qc.ca::9f0d3541-6478-43b2-ab92-0dc80e9dad9b" providerId="AD" clId="Web-{A7113CB8-5F3F-4BF8-96C5-1DBBEA26881B}" dt="2025-12-09T13:17:49.655" v="3"/>
          <ac:grpSpMkLst>
            <pc:docMk/>
            <pc:sldMk cId="1159669979" sldId="306"/>
            <ac:grpSpMk id="63" creationId="{62061C62-B2B9-1F8F-02A3-BF712FFA52B2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99A3703B-D711-4A7A-44AF-F6F73052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d2792e9da_0_8:notes">
            <a:extLst>
              <a:ext uri="{FF2B5EF4-FFF2-40B4-BE49-F238E27FC236}">
                <a16:creationId xmlns:a16="http://schemas.microsoft.com/office/drawing/2014/main" id="{47B1781C-2783-E7F5-BE6E-69C5D3411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4d2792e9da_0_8:notes">
            <a:extLst>
              <a:ext uri="{FF2B5EF4-FFF2-40B4-BE49-F238E27FC236}">
                <a16:creationId xmlns:a16="http://schemas.microsoft.com/office/drawing/2014/main" id="{E60FA46F-747A-085E-A67C-66F0D4EDE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842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7C3AB047-BFFF-B5D5-56FF-86BBA2959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d2792e9da_0_8:notes">
            <a:extLst>
              <a:ext uri="{FF2B5EF4-FFF2-40B4-BE49-F238E27FC236}">
                <a16:creationId xmlns:a16="http://schemas.microsoft.com/office/drawing/2014/main" id="{E3D9A00E-89AC-2C8A-6D32-B7624F236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4d2792e9da_0_8:notes">
            <a:extLst>
              <a:ext uri="{FF2B5EF4-FFF2-40B4-BE49-F238E27FC236}">
                <a16:creationId xmlns:a16="http://schemas.microsoft.com/office/drawing/2014/main" id="{E85BB187-6198-7BA5-92CD-0F0AF1E51E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2115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E20E1341-FDE2-54C2-F73E-A7F9F592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D85083AB-1D5E-45AD-89A0-159C94D031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A434F995-42A3-3EAB-1B81-1419FFE7E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7975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7442A576-783F-3893-7C1D-BE7F1F463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EFD4CD8A-8A78-6EFD-D880-3E754D703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8391670D-852E-D30B-29BB-DDAFD3CB0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6667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C3D38696-697B-E6E3-6924-123B427D2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61C56EB4-8ADA-AF7E-16BE-127413982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6DBCA4C9-4DC3-6546-1289-FA4125BC8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5549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E433D665-D405-8B84-592B-6FC86F28B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EB361DE8-5544-F318-4F91-F3C318E758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CDBCE690-C562-596B-66E5-566C9CEBF0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547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B6303FCA-85E5-3C4E-A30E-753770808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240B2DC6-4579-9A4C-A3A6-81B37075E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6F328C13-8EEA-AD5E-94DA-19B770384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537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82AA4B6F-D0E9-E85C-F244-AAE008BC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068C3770-CD10-A101-F70E-9184472F1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FCB2CAC0-0908-0691-23AE-760AC38CE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4434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AA21942-1401-2D00-739F-E81B5EA5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88E41EF4-DC0B-B192-D9E7-EB0771926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CCA73FB5-EAE9-0AB6-6A16-819CADFFCC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59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66B8018D-6677-B1FD-A78F-003E56D2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DF0616F8-4DBA-8B3E-4CFE-723CB6B3D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06D273DC-FC9F-4C9F-27DF-C17420E94F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0787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C1306BB2-9AAB-6DF0-7645-CDE6F838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389C2737-B050-2942-0B0F-7E4B62B6AD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E6059B1B-19A6-292D-55FB-11CA3B77BE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3157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938CB0F2-D41C-C052-C2E6-B7C25689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505F52A2-4B33-A5BD-4F3E-0504E81DF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80563FB5-2D1E-4C22-41CF-9769F1079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0971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4EDFFF11-DC8C-8C7C-DD4C-91A4B9FF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B5BC59FA-5671-9623-69B8-AE7EF3BF6A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2BE6F73E-9E70-13D1-0B77-95E64D007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4260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1430C8AB-8A13-F6D3-C9A0-5400AC78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e1613f9b3_1_3428:notes">
            <a:extLst>
              <a:ext uri="{FF2B5EF4-FFF2-40B4-BE49-F238E27FC236}">
                <a16:creationId xmlns:a16="http://schemas.microsoft.com/office/drawing/2014/main" id="{1846A50F-0964-930A-4809-FAFE8DD7A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4e1613f9b3_1_3428:notes">
            <a:extLst>
              <a:ext uri="{FF2B5EF4-FFF2-40B4-BE49-F238E27FC236}">
                <a16:creationId xmlns:a16="http://schemas.microsoft.com/office/drawing/2014/main" id="{43F0DBD6-D680-B83E-1702-D2FC65538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75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8E14F14C-5B59-1756-C117-58C16027A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d2792e9da_0_8:notes">
            <a:extLst>
              <a:ext uri="{FF2B5EF4-FFF2-40B4-BE49-F238E27FC236}">
                <a16:creationId xmlns:a16="http://schemas.microsoft.com/office/drawing/2014/main" id="{85E180E0-D8AF-F069-63FE-C9B4B4A0D3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4d2792e9da_0_8:notes">
            <a:extLst>
              <a:ext uri="{FF2B5EF4-FFF2-40B4-BE49-F238E27FC236}">
                <a16:creationId xmlns:a16="http://schemas.microsoft.com/office/drawing/2014/main" id="{6300162A-2423-2247-7A05-9722E3A2E3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8136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" name="Google Shape;15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16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7" name="Google Shape;17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" name="Google Shape;18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9" name="Google Shape;19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0" name="Google Shape;20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" name="Google Shape;22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" name="Google Shape;23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 hasCustomPrompt="1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1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" name="Google Shape;30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" name="Google Shape;31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" name="Google Shape;32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3" name="Google Shape;33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4" name="Google Shape;34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5" name="Google Shape;35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6" name="Google Shape;36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8" name="Google Shape;38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" name="Google Shape;39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0" name="Google Shape;40;p4"/>
          <p:cNvSpPr txBox="1">
            <a:spLocks noGrp="1"/>
          </p:cNvSpPr>
          <p:nvPr>
            <p:ph type="title"/>
          </p:nvPr>
        </p:nvSpPr>
        <p:spPr>
          <a:xfrm>
            <a:off x="863175" y="731400"/>
            <a:ext cx="74178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45" name="Google Shape;45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47" name="Google Shape;47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48" name="Google Shape;48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9" name="Google Shape;49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0" name="Google Shape;50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1" name="Google Shape;51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3" name="Google Shape;53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" name="Google Shape;54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5" name="Google Shape;55;p5"/>
          <p:cNvSpPr txBox="1">
            <a:spLocks noGrp="1"/>
          </p:cNvSpPr>
          <p:nvPr>
            <p:ph type="subTitle" idx="1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2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3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4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77" name="Google Shape;77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78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79" name="Google Shape;79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0" name="Google Shape;80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81" name="Google Shape;81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2" name="Google Shape;82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83" name="Google Shape;83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84" name="Google Shape;84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5" name="Google Shape;85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86" name="Google Shape;86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87" name="Google Shape;87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89" name="Google Shape;89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0" name="Google Shape;90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1" name="Google Shape;91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93" name="Google Shape;93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4" name="Google Shape;94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6" name="Google Shape;96;p7"/>
          <p:cNvSpPr txBox="1">
            <a:spLocks noGrp="1"/>
          </p:cNvSpPr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 txBox="1">
            <a:spLocks noGrp="1"/>
          </p:cNvSpPr>
          <p:nvPr>
            <p:ph type="body" idx="1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01" name="Google Shape;101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" name="Google Shape;102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03" name="Google Shape;103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" name="Google Shape;104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5" name="Google Shape;105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6" name="Google Shape;106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8" name="Google Shape;108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9" name="Google Shape;109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10" name="Google Shape;110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11" name="Google Shape;111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" name="Google Shape;112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13" name="Google Shape;113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4" name="Google Shape;114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15" name="Google Shape;115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6" name="Google Shape;116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8" name="Google Shape;118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9" name="Google Shape;119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20" name="Google Shape;120;p8"/>
          <p:cNvSpPr txBox="1">
            <a:spLocks noGrp="1"/>
          </p:cNvSpPr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24" name="Google Shape;124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" name="Google Shape;125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6" name="Google Shape;126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7" name="Google Shape;127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28" name="Google Shape;128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9" name="Google Shape;129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31" name="Google Shape;131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2" name="Google Shape;132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33" name="Google Shape;133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4" name="Google Shape;134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6" name="Google Shape;136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7" name="Google Shape;137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38" name="Google Shape;138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9" name="Google Shape;139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41" name="Google Shape;141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2" name="Google Shape;142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4" name="Google Shape;144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>
            <a:spLocks noGrp="1"/>
          </p:cNvSpPr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" name="Google Shape;149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50" name="Google Shape;150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1" name="Google Shape;151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52" name="Google Shape;152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3" name="Google Shape;153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4" name="Google Shape;154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5" name="Google Shape;155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6" name="Google Shape;156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7" name="Google Shape;157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9" name="Google Shape;159;p11"/>
          <p:cNvSpPr txBox="1">
            <a:spLocks noGrp="1"/>
          </p:cNvSpPr>
          <p:nvPr>
            <p:ph type="title" hasCustomPrompt="1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0" name="Google Shape;160;p11"/>
          <p:cNvSpPr txBox="1">
            <a:spLocks noGrp="1"/>
          </p:cNvSpPr>
          <p:nvPr>
            <p:ph type="subTitle" idx="1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://bit.ly/2PfT4lq" TargetMode="External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66BDD121-A47C-4EB4-0105-98E57281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>
            <a:extLst>
              <a:ext uri="{FF2B5EF4-FFF2-40B4-BE49-F238E27FC236}">
                <a16:creationId xmlns:a16="http://schemas.microsoft.com/office/drawing/2014/main" id="{C6755173-4F86-8550-5673-73B54F711B32}"/>
              </a:ext>
            </a:extLst>
          </p:cNvPr>
          <p:cNvGrpSpPr/>
          <p:nvPr/>
        </p:nvGrpSpPr>
        <p:grpSpPr>
          <a:xfrm>
            <a:off x="12731381" y="-5961050"/>
            <a:ext cx="6492300" cy="3749100"/>
            <a:chOff x="1371300" y="742950"/>
            <a:chExt cx="6492300" cy="3749100"/>
          </a:xfrm>
        </p:grpSpPr>
        <p:sp>
          <p:nvSpPr>
            <p:cNvPr id="171" name="Google Shape;171;p15">
              <a:extLst>
                <a:ext uri="{FF2B5EF4-FFF2-40B4-BE49-F238E27FC236}">
                  <a16:creationId xmlns:a16="http://schemas.microsoft.com/office/drawing/2014/main" id="{1C96AF0F-7B48-5BB2-6E33-0B523CB3A1DD}"/>
                </a:ext>
              </a:extLst>
            </p:cNvPr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5">
              <a:extLst>
                <a:ext uri="{FF2B5EF4-FFF2-40B4-BE49-F238E27FC236}">
                  <a16:creationId xmlns:a16="http://schemas.microsoft.com/office/drawing/2014/main" id="{80A1FAA5-2B3A-CE53-EC78-879361F24F1C}"/>
                </a:ext>
              </a:extLst>
            </p:cNvPr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73" name="Google Shape;173;p15">
                <a:extLst>
                  <a:ext uri="{FF2B5EF4-FFF2-40B4-BE49-F238E27FC236}">
                    <a16:creationId xmlns:a16="http://schemas.microsoft.com/office/drawing/2014/main" id="{35576D13-D730-2E12-D4F7-1A2C28BFB58A}"/>
                  </a:ext>
                </a:extLst>
              </p:cNvPr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4" name="Google Shape;174;p15">
                <a:extLst>
                  <a:ext uri="{FF2B5EF4-FFF2-40B4-BE49-F238E27FC236}">
                    <a16:creationId xmlns:a16="http://schemas.microsoft.com/office/drawing/2014/main" id="{2249F917-9733-29EF-D37B-E6130E6FB4F3}"/>
                  </a:ext>
                </a:extLst>
              </p:cNvPr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75" name="Google Shape;175;p15">
                <a:extLst>
                  <a:ext uri="{FF2B5EF4-FFF2-40B4-BE49-F238E27FC236}">
                    <a16:creationId xmlns:a16="http://schemas.microsoft.com/office/drawing/2014/main" id="{7E2BC2AB-CF3C-2AEA-3742-E80EDEAA518C}"/>
                  </a:ext>
                </a:extLst>
              </p:cNvPr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6" name="Google Shape;176;p15">
                  <a:extLst>
                    <a:ext uri="{FF2B5EF4-FFF2-40B4-BE49-F238E27FC236}">
                      <a16:creationId xmlns:a16="http://schemas.microsoft.com/office/drawing/2014/main" id="{1A5307FC-A823-06C7-3B93-6315438B5C06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5">
                  <a:extLst>
                    <a:ext uri="{FF2B5EF4-FFF2-40B4-BE49-F238E27FC236}">
                      <a16:creationId xmlns:a16="http://schemas.microsoft.com/office/drawing/2014/main" id="{378E8110-43B0-B6BE-1F82-82DA2DA28540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8" name="Google Shape;178;p15">
                <a:extLst>
                  <a:ext uri="{FF2B5EF4-FFF2-40B4-BE49-F238E27FC236}">
                    <a16:creationId xmlns:a16="http://schemas.microsoft.com/office/drawing/2014/main" id="{9DED86DB-F072-10E8-22C1-47EDE24EA685}"/>
                  </a:ext>
                </a:extLst>
              </p:cNvPr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9" name="Google Shape;179;p15">
                <a:extLst>
                  <a:ext uri="{FF2B5EF4-FFF2-40B4-BE49-F238E27FC236}">
                    <a16:creationId xmlns:a16="http://schemas.microsoft.com/office/drawing/2014/main" id="{97DFC12E-D629-3632-4A5D-705E927F5EA3}"/>
                  </a:ext>
                </a:extLst>
              </p:cNvPr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0" name="Google Shape;180;p15">
            <a:extLst>
              <a:ext uri="{FF2B5EF4-FFF2-40B4-BE49-F238E27FC236}">
                <a16:creationId xmlns:a16="http://schemas.microsoft.com/office/drawing/2014/main" id="{FEE49D30-89D9-1CB7-927F-FDA7525A3C27}"/>
              </a:ext>
            </a:extLst>
          </p:cNvPr>
          <p:cNvGrpSpPr/>
          <p:nvPr/>
        </p:nvGrpSpPr>
        <p:grpSpPr>
          <a:xfrm>
            <a:off x="9177425" y="-3981450"/>
            <a:ext cx="7002284" cy="4039075"/>
            <a:chOff x="861575" y="742950"/>
            <a:chExt cx="7002284" cy="4039075"/>
          </a:xfrm>
        </p:grpSpPr>
        <p:sp>
          <p:nvSpPr>
            <p:cNvPr id="181" name="Google Shape;181;p15">
              <a:extLst>
                <a:ext uri="{FF2B5EF4-FFF2-40B4-BE49-F238E27FC236}">
                  <a16:creationId xmlns:a16="http://schemas.microsoft.com/office/drawing/2014/main" id="{E76F7727-E55F-11CC-2CCF-BAC7D47D54F8}"/>
                </a:ext>
              </a:extLst>
            </p:cNvPr>
            <p:cNvSpPr/>
            <p:nvPr/>
          </p:nvSpPr>
          <p:spPr>
            <a:xfrm>
              <a:off x="960259" y="841525"/>
              <a:ext cx="6903600" cy="39405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15">
              <a:extLst>
                <a:ext uri="{FF2B5EF4-FFF2-40B4-BE49-F238E27FC236}">
                  <a16:creationId xmlns:a16="http://schemas.microsoft.com/office/drawing/2014/main" id="{0A865CF2-A321-A6EA-09BC-0288FAFCF82B}"/>
                </a:ext>
              </a:extLst>
            </p:cNvPr>
            <p:cNvGrpSpPr/>
            <p:nvPr/>
          </p:nvGrpSpPr>
          <p:grpSpPr>
            <a:xfrm>
              <a:off x="861575" y="742950"/>
              <a:ext cx="6904200" cy="3940500"/>
              <a:chOff x="861575" y="742950"/>
              <a:chExt cx="6904200" cy="3940500"/>
            </a:xfrm>
          </p:grpSpPr>
          <p:sp>
            <p:nvSpPr>
              <p:cNvPr id="183" name="Google Shape;183;p15">
                <a:extLst>
                  <a:ext uri="{FF2B5EF4-FFF2-40B4-BE49-F238E27FC236}">
                    <a16:creationId xmlns:a16="http://schemas.microsoft.com/office/drawing/2014/main" id="{7901AAD9-433E-37C8-1136-0E4E7E11E4D2}"/>
                  </a:ext>
                </a:extLst>
              </p:cNvPr>
              <p:cNvSpPr/>
              <p:nvPr/>
            </p:nvSpPr>
            <p:spPr>
              <a:xfrm>
                <a:off x="861575" y="742950"/>
                <a:ext cx="6903600" cy="39405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4" name="Google Shape;184;p15">
                <a:extLst>
                  <a:ext uri="{FF2B5EF4-FFF2-40B4-BE49-F238E27FC236}">
                    <a16:creationId xmlns:a16="http://schemas.microsoft.com/office/drawing/2014/main" id="{BD688937-31A1-0DC3-54C5-6B1B75BECC86}"/>
                  </a:ext>
                </a:extLst>
              </p:cNvPr>
              <p:cNvCxnSpPr/>
              <p:nvPr/>
            </p:nvCxnSpPr>
            <p:spPr>
              <a:xfrm>
                <a:off x="861575" y="1108650"/>
                <a:ext cx="6904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85" name="Google Shape;185;p15">
                <a:extLst>
                  <a:ext uri="{FF2B5EF4-FFF2-40B4-BE49-F238E27FC236}">
                    <a16:creationId xmlns:a16="http://schemas.microsoft.com/office/drawing/2014/main" id="{CFFBD352-1E88-4571-34E5-5D8413352D3B}"/>
                  </a:ext>
                </a:extLst>
              </p:cNvPr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86" name="Google Shape;186;p15">
                  <a:extLst>
                    <a:ext uri="{FF2B5EF4-FFF2-40B4-BE49-F238E27FC236}">
                      <a16:creationId xmlns:a16="http://schemas.microsoft.com/office/drawing/2014/main" id="{8B3EC2EC-673A-4C86-2940-7AF63B2AD75D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5">
                  <a:extLst>
                    <a:ext uri="{FF2B5EF4-FFF2-40B4-BE49-F238E27FC236}">
                      <a16:creationId xmlns:a16="http://schemas.microsoft.com/office/drawing/2014/main" id="{74B1C8B3-C7CF-41C6-8FB1-69E9A9A00946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88" name="Google Shape;188;p15">
                <a:extLst>
                  <a:ext uri="{FF2B5EF4-FFF2-40B4-BE49-F238E27FC236}">
                    <a16:creationId xmlns:a16="http://schemas.microsoft.com/office/drawing/2014/main" id="{257FE34B-9730-5307-CE77-9072105BC343}"/>
                  </a:ext>
                </a:extLst>
              </p:cNvPr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9" name="Google Shape;189;p15">
                <a:extLst>
                  <a:ext uri="{FF2B5EF4-FFF2-40B4-BE49-F238E27FC236}">
                    <a16:creationId xmlns:a16="http://schemas.microsoft.com/office/drawing/2014/main" id="{5B82C7E2-A6DD-6E53-0F2B-58B9899BDA58}"/>
                  </a:ext>
                </a:extLst>
              </p:cNvPr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1" name="Google Shape;191;p15">
            <a:extLst>
              <a:ext uri="{FF2B5EF4-FFF2-40B4-BE49-F238E27FC236}">
                <a16:creationId xmlns:a16="http://schemas.microsoft.com/office/drawing/2014/main" id="{B9413C12-27BC-218E-065B-70B19E9CC12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587800" y="-840350"/>
            <a:ext cx="4212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15">
            <a:extLst>
              <a:ext uri="{FF2B5EF4-FFF2-40B4-BE49-F238E27FC236}">
                <a16:creationId xmlns:a16="http://schemas.microsoft.com/office/drawing/2014/main" id="{40CE128F-3CB8-9827-7602-FFF3E9E3E298}"/>
              </a:ext>
            </a:extLst>
          </p:cNvPr>
          <p:cNvGrpSpPr/>
          <p:nvPr/>
        </p:nvGrpSpPr>
        <p:grpSpPr>
          <a:xfrm>
            <a:off x="463638" y="5268748"/>
            <a:ext cx="1827475" cy="1051350"/>
            <a:chOff x="274188" y="1278048"/>
            <a:chExt cx="1827475" cy="1051350"/>
          </a:xfrm>
        </p:grpSpPr>
        <p:sp>
          <p:nvSpPr>
            <p:cNvPr id="194" name="Google Shape;194;p15">
              <a:extLst>
                <a:ext uri="{FF2B5EF4-FFF2-40B4-BE49-F238E27FC236}">
                  <a16:creationId xmlns:a16="http://schemas.microsoft.com/office/drawing/2014/main" id="{28094ABC-682E-7086-777E-68C71D4594F4}"/>
                </a:ext>
              </a:extLst>
            </p:cNvPr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" name="Google Shape;195;p15">
              <a:extLst>
                <a:ext uri="{FF2B5EF4-FFF2-40B4-BE49-F238E27FC236}">
                  <a16:creationId xmlns:a16="http://schemas.microsoft.com/office/drawing/2014/main" id="{0B00B798-FFDB-99E9-3A87-46D2B40AAA0D}"/>
                </a:ext>
              </a:extLst>
            </p:cNvPr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96" name="Google Shape;196;p15">
                <a:extLst>
                  <a:ext uri="{FF2B5EF4-FFF2-40B4-BE49-F238E27FC236}">
                    <a16:creationId xmlns:a16="http://schemas.microsoft.com/office/drawing/2014/main" id="{D1654D52-409A-4134-C6C6-7DC4DCDF3B07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7" name="Google Shape;197;p15">
                <a:extLst>
                  <a:ext uri="{FF2B5EF4-FFF2-40B4-BE49-F238E27FC236}">
                    <a16:creationId xmlns:a16="http://schemas.microsoft.com/office/drawing/2014/main" id="{245F2F04-A5E2-C63B-186E-25FB8E88DC9C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9" name="Google Shape;199;p15">
              <a:extLst>
                <a:ext uri="{FF2B5EF4-FFF2-40B4-BE49-F238E27FC236}">
                  <a16:creationId xmlns:a16="http://schemas.microsoft.com/office/drawing/2014/main" id="{333604DB-97F8-758C-CD20-20D9F68FFF25}"/>
                </a:ext>
              </a:extLst>
            </p:cNvPr>
            <p:cNvSpPr/>
            <p:nvPr/>
          </p:nvSpPr>
          <p:spPr>
            <a:xfrm>
              <a:off x="464272" y="1636498"/>
              <a:ext cx="328236" cy="324038"/>
            </a:xfrm>
            <a:custGeom>
              <a:avLst/>
              <a:gdLst/>
              <a:ahLst/>
              <a:cxnLst/>
              <a:rect l="l" t="t" r="r" b="b"/>
              <a:pathLst>
                <a:path w="8732" h="8733" extrusionOk="0">
                  <a:moveTo>
                    <a:pt x="4366" y="1"/>
                  </a:moveTo>
                  <a:cubicBezTo>
                    <a:pt x="1951" y="1"/>
                    <a:pt x="0" y="1952"/>
                    <a:pt x="0" y="4366"/>
                  </a:cubicBezTo>
                  <a:cubicBezTo>
                    <a:pt x="0" y="6757"/>
                    <a:pt x="1951" y="8732"/>
                    <a:pt x="4366" y="8732"/>
                  </a:cubicBezTo>
                  <a:cubicBezTo>
                    <a:pt x="6780" y="8732"/>
                    <a:pt x="8732" y="6757"/>
                    <a:pt x="8732" y="4366"/>
                  </a:cubicBezTo>
                  <a:cubicBezTo>
                    <a:pt x="8732" y="1952"/>
                    <a:pt x="6780" y="1"/>
                    <a:pt x="4366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15">
            <a:extLst>
              <a:ext uri="{FF2B5EF4-FFF2-40B4-BE49-F238E27FC236}">
                <a16:creationId xmlns:a16="http://schemas.microsoft.com/office/drawing/2014/main" id="{F436B86E-545D-D1C6-07D4-B2FF23725CB0}"/>
              </a:ext>
            </a:extLst>
          </p:cNvPr>
          <p:cNvGrpSpPr/>
          <p:nvPr/>
        </p:nvGrpSpPr>
        <p:grpSpPr>
          <a:xfrm>
            <a:off x="9334372" y="-3503795"/>
            <a:ext cx="689546" cy="208288"/>
            <a:chOff x="6761147" y="3414805"/>
            <a:chExt cx="689546" cy="208288"/>
          </a:xfrm>
        </p:grpSpPr>
        <p:sp>
          <p:nvSpPr>
            <p:cNvPr id="205" name="Google Shape;205;p15">
              <a:extLst>
                <a:ext uri="{FF2B5EF4-FFF2-40B4-BE49-F238E27FC236}">
                  <a16:creationId xmlns:a16="http://schemas.microsoft.com/office/drawing/2014/main" id="{CDC465FF-9475-A547-FBAB-1BC34D29F546}"/>
                </a:ext>
              </a:extLst>
            </p:cNvPr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>
              <a:extLst>
                <a:ext uri="{FF2B5EF4-FFF2-40B4-BE49-F238E27FC236}">
                  <a16:creationId xmlns:a16="http://schemas.microsoft.com/office/drawing/2014/main" id="{25BBB0B5-16CB-77AD-E137-44D78B0B9397}"/>
                </a:ext>
              </a:extLst>
            </p:cNvPr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15">
            <a:extLst>
              <a:ext uri="{FF2B5EF4-FFF2-40B4-BE49-F238E27FC236}">
                <a16:creationId xmlns:a16="http://schemas.microsoft.com/office/drawing/2014/main" id="{2452D2F7-FE5D-C563-2B34-3BC1012F2EF4}"/>
              </a:ext>
            </a:extLst>
          </p:cNvPr>
          <p:cNvGrpSpPr/>
          <p:nvPr/>
        </p:nvGrpSpPr>
        <p:grpSpPr>
          <a:xfrm>
            <a:off x="1532129" y="7035224"/>
            <a:ext cx="1646100" cy="1188900"/>
            <a:chOff x="7403363" y="1047512"/>
            <a:chExt cx="1646100" cy="1188900"/>
          </a:xfrm>
        </p:grpSpPr>
        <p:sp>
          <p:nvSpPr>
            <p:cNvPr id="208" name="Google Shape;208;p15">
              <a:extLst>
                <a:ext uri="{FF2B5EF4-FFF2-40B4-BE49-F238E27FC236}">
                  <a16:creationId xmlns:a16="http://schemas.microsoft.com/office/drawing/2014/main" id="{2CCD279F-2B7A-1995-9F84-A4F8A5E82F62}"/>
                </a:ext>
              </a:extLst>
            </p:cNvPr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>
              <a:extLst>
                <a:ext uri="{FF2B5EF4-FFF2-40B4-BE49-F238E27FC236}">
                  <a16:creationId xmlns:a16="http://schemas.microsoft.com/office/drawing/2014/main" id="{9BEBE00B-D1B3-E93C-DC25-8FCFFFE68352}"/>
                </a:ext>
              </a:extLst>
            </p:cNvPr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15">
              <a:extLst>
                <a:ext uri="{FF2B5EF4-FFF2-40B4-BE49-F238E27FC236}">
                  <a16:creationId xmlns:a16="http://schemas.microsoft.com/office/drawing/2014/main" id="{31539A75-5D5D-F50E-3EDC-6B4FACC9A3D9}"/>
                </a:ext>
              </a:extLst>
            </p:cNvPr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15">
              <a:extLst>
                <a:ext uri="{FF2B5EF4-FFF2-40B4-BE49-F238E27FC236}">
                  <a16:creationId xmlns:a16="http://schemas.microsoft.com/office/drawing/2014/main" id="{74ACB55E-0632-FB98-DC7A-BF0AF900F269}"/>
                </a:ext>
              </a:extLst>
            </p:cNvPr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>
              <a:extLst>
                <a:ext uri="{FF2B5EF4-FFF2-40B4-BE49-F238E27FC236}">
                  <a16:creationId xmlns:a16="http://schemas.microsoft.com/office/drawing/2014/main" id="{23D3E41D-04B9-2112-A75B-CF52F7C88811}"/>
                </a:ext>
              </a:extLst>
            </p:cNvPr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>
              <a:extLst>
                <a:ext uri="{FF2B5EF4-FFF2-40B4-BE49-F238E27FC236}">
                  <a16:creationId xmlns:a16="http://schemas.microsoft.com/office/drawing/2014/main" id="{0228B775-9E4A-95AB-48EB-85BF8D5DDB16}"/>
                </a:ext>
              </a:extLst>
            </p:cNvPr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" name="Google Shape;214;p15">
              <a:extLst>
                <a:ext uri="{FF2B5EF4-FFF2-40B4-BE49-F238E27FC236}">
                  <a16:creationId xmlns:a16="http://schemas.microsoft.com/office/drawing/2014/main" id="{BB0BD8FE-F932-1B13-33E8-A005D76CE2A7}"/>
                </a:ext>
              </a:extLst>
            </p:cNvPr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215" name="Google Shape;215;p15">
                <a:extLst>
                  <a:ext uri="{FF2B5EF4-FFF2-40B4-BE49-F238E27FC236}">
                    <a16:creationId xmlns:a16="http://schemas.microsoft.com/office/drawing/2014/main" id="{66476014-E059-05CC-DE07-EA3A751848AB}"/>
                  </a:ext>
                </a:extLst>
              </p:cNvPr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>
                <a:extLst>
                  <a:ext uri="{FF2B5EF4-FFF2-40B4-BE49-F238E27FC236}">
                    <a16:creationId xmlns:a16="http://schemas.microsoft.com/office/drawing/2014/main" id="{46D3980C-3A38-BC97-AC0B-6CEA3D79D382}"/>
                  </a:ext>
                </a:extLst>
              </p:cNvPr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1" name="Google Shape;221;p15">
            <a:extLst>
              <a:ext uri="{FF2B5EF4-FFF2-40B4-BE49-F238E27FC236}">
                <a16:creationId xmlns:a16="http://schemas.microsoft.com/office/drawing/2014/main" id="{F33CBC43-67EA-AD1E-C005-23BCB9E18524}"/>
              </a:ext>
            </a:extLst>
          </p:cNvPr>
          <p:cNvSpPr/>
          <p:nvPr/>
        </p:nvSpPr>
        <p:spPr>
          <a:xfrm>
            <a:off x="-829343" y="559906"/>
            <a:ext cx="502800" cy="502800"/>
          </a:xfrm>
          <a:prstGeom prst="roundRect">
            <a:avLst>
              <a:gd name="adj" fmla="val 15109"/>
            </a:avLst>
          </a:prstGeom>
          <a:solidFill>
            <a:srgbClr val="FDBC9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">
            <a:extLst>
              <a:ext uri="{FF2B5EF4-FFF2-40B4-BE49-F238E27FC236}">
                <a16:creationId xmlns:a16="http://schemas.microsoft.com/office/drawing/2014/main" id="{717AD880-4911-F7FD-4A53-59AC8E61DAD3}"/>
              </a:ext>
            </a:extLst>
          </p:cNvPr>
          <p:cNvSpPr/>
          <p:nvPr/>
        </p:nvSpPr>
        <p:spPr>
          <a:xfrm>
            <a:off x="-748632" y="651290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">
            <a:extLst>
              <a:ext uri="{FF2B5EF4-FFF2-40B4-BE49-F238E27FC236}">
                <a16:creationId xmlns:a16="http://schemas.microsoft.com/office/drawing/2014/main" id="{98863DF2-6469-A28B-73BC-66BBF7CB3247}"/>
              </a:ext>
            </a:extLst>
          </p:cNvPr>
          <p:cNvSpPr/>
          <p:nvPr/>
        </p:nvSpPr>
        <p:spPr>
          <a:xfrm>
            <a:off x="-1869432" y="1880375"/>
            <a:ext cx="502800" cy="502800"/>
          </a:xfrm>
          <a:prstGeom prst="roundRect">
            <a:avLst>
              <a:gd name="adj" fmla="val 15109"/>
            </a:avLst>
          </a:prstGeom>
          <a:solidFill>
            <a:srgbClr val="EFC4B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E00843-C8EE-9DBD-5EBA-F67BCD91FA84}"/>
              </a:ext>
            </a:extLst>
          </p:cNvPr>
          <p:cNvGrpSpPr/>
          <p:nvPr/>
        </p:nvGrpSpPr>
        <p:grpSpPr>
          <a:xfrm>
            <a:off x="-1346099" y="1220603"/>
            <a:ext cx="502899" cy="502899"/>
            <a:chOff x="463651" y="1220603"/>
            <a:chExt cx="502899" cy="502899"/>
          </a:xfrm>
        </p:grpSpPr>
        <p:sp>
          <p:nvSpPr>
            <p:cNvPr id="218" name="Google Shape;218;p15">
              <a:extLst>
                <a:ext uri="{FF2B5EF4-FFF2-40B4-BE49-F238E27FC236}">
                  <a16:creationId xmlns:a16="http://schemas.microsoft.com/office/drawing/2014/main" id="{C09B84EB-6FB5-21DF-381D-E87FA27A00CC}"/>
                </a:ext>
              </a:extLst>
            </p:cNvPr>
            <p:cNvSpPr/>
            <p:nvPr/>
          </p:nvSpPr>
          <p:spPr>
            <a:xfrm>
              <a:off x="463651" y="1220603"/>
              <a:ext cx="502899" cy="502899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Graphic 2" descr="Pencil with solid fill">
              <a:extLst>
                <a:ext uri="{FF2B5EF4-FFF2-40B4-BE49-F238E27FC236}">
                  <a16:creationId xmlns:a16="http://schemas.microsoft.com/office/drawing/2014/main" id="{AF5FC76C-4F8C-D313-4EC2-2DA75342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4097" y="1235342"/>
              <a:ext cx="447644" cy="447644"/>
            </a:xfrm>
            <a:prstGeom prst="rect">
              <a:avLst/>
            </a:prstGeom>
          </p:spPr>
        </p:pic>
      </p:grpSp>
      <p:pic>
        <p:nvPicPr>
          <p:cNvPr id="9" name="Graphic 8" descr="Document outline">
            <a:extLst>
              <a:ext uri="{FF2B5EF4-FFF2-40B4-BE49-F238E27FC236}">
                <a16:creationId xmlns:a16="http://schemas.microsoft.com/office/drawing/2014/main" id="{CC68B3E1-D698-581C-3988-4889D497F4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1844326" y="1899251"/>
            <a:ext cx="465047" cy="465047"/>
          </a:xfrm>
          <a:prstGeom prst="rect">
            <a:avLst/>
          </a:prstGeom>
        </p:spPr>
      </p:pic>
      <p:sp>
        <p:nvSpPr>
          <p:cNvPr id="10" name="Google Shape;215;p15">
            <a:extLst>
              <a:ext uri="{FF2B5EF4-FFF2-40B4-BE49-F238E27FC236}">
                <a16:creationId xmlns:a16="http://schemas.microsoft.com/office/drawing/2014/main" id="{BD785DE1-8BA7-CDD4-4676-8F239639C3B7}"/>
              </a:ext>
            </a:extLst>
          </p:cNvPr>
          <p:cNvSpPr/>
          <p:nvPr/>
        </p:nvSpPr>
        <p:spPr>
          <a:xfrm>
            <a:off x="1160323" y="5668771"/>
            <a:ext cx="820034" cy="51427"/>
          </a:xfrm>
          <a:custGeom>
            <a:avLst/>
            <a:gdLst/>
            <a:ahLst/>
            <a:cxnLst/>
            <a:rect l="l" t="t" r="r" b="b"/>
            <a:pathLst>
              <a:path w="21415" h="1343" extrusionOk="0">
                <a:moveTo>
                  <a:pt x="903" y="1"/>
                </a:moveTo>
                <a:cubicBezTo>
                  <a:pt x="1" y="1"/>
                  <a:pt x="1" y="1342"/>
                  <a:pt x="903" y="1342"/>
                </a:cubicBezTo>
                <a:lnTo>
                  <a:pt x="20488" y="1342"/>
                </a:lnTo>
                <a:cubicBezTo>
                  <a:pt x="21415" y="1342"/>
                  <a:pt x="21415" y="1"/>
                  <a:pt x="204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16;p15">
            <a:extLst>
              <a:ext uri="{FF2B5EF4-FFF2-40B4-BE49-F238E27FC236}">
                <a16:creationId xmlns:a16="http://schemas.microsoft.com/office/drawing/2014/main" id="{F406B4D3-9808-3227-7654-18F1B1124BB6}"/>
              </a:ext>
            </a:extLst>
          </p:cNvPr>
          <p:cNvSpPr/>
          <p:nvPr/>
        </p:nvSpPr>
        <p:spPr>
          <a:xfrm>
            <a:off x="1251842" y="5804211"/>
            <a:ext cx="636077" cy="52346"/>
          </a:xfrm>
          <a:custGeom>
            <a:avLst/>
            <a:gdLst/>
            <a:ahLst/>
            <a:cxnLst/>
            <a:rect l="l" t="t" r="r" b="b"/>
            <a:pathLst>
              <a:path w="16611" h="1367" extrusionOk="0">
                <a:moveTo>
                  <a:pt x="928" y="0"/>
                </a:moveTo>
                <a:cubicBezTo>
                  <a:pt x="1" y="0"/>
                  <a:pt x="1" y="1366"/>
                  <a:pt x="928" y="1366"/>
                </a:cubicBezTo>
                <a:lnTo>
                  <a:pt x="15708" y="1366"/>
                </a:lnTo>
                <a:cubicBezTo>
                  <a:pt x="16610" y="1366"/>
                  <a:pt x="16610" y="0"/>
                  <a:pt x="157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192;p15">
            <a:extLst>
              <a:ext uri="{FF2B5EF4-FFF2-40B4-BE49-F238E27FC236}">
                <a16:creationId xmlns:a16="http://schemas.microsoft.com/office/drawing/2014/main" id="{38806233-3911-5C8C-BA3C-217AA5604D9D}"/>
              </a:ext>
            </a:extLst>
          </p:cNvPr>
          <p:cNvSpPr/>
          <p:nvPr/>
        </p:nvSpPr>
        <p:spPr>
          <a:xfrm rot="-2700000">
            <a:off x="5424788" y="5466335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7328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8680B0C3-FD1A-E1D5-646A-EEC49CEB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>
            <a:extLst>
              <a:ext uri="{FF2B5EF4-FFF2-40B4-BE49-F238E27FC236}">
                <a16:creationId xmlns:a16="http://schemas.microsoft.com/office/drawing/2014/main" id="{EE249B25-0E04-7E8D-E2BA-FF06805E934D}"/>
              </a:ext>
            </a:extLst>
          </p:cNvPr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71" name="Google Shape;171;p15">
              <a:extLst>
                <a:ext uri="{FF2B5EF4-FFF2-40B4-BE49-F238E27FC236}">
                  <a16:creationId xmlns:a16="http://schemas.microsoft.com/office/drawing/2014/main" id="{A649BA80-6A0F-8DCB-14D8-9A13F43DC7C9}"/>
                </a:ext>
              </a:extLst>
            </p:cNvPr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5">
              <a:extLst>
                <a:ext uri="{FF2B5EF4-FFF2-40B4-BE49-F238E27FC236}">
                  <a16:creationId xmlns:a16="http://schemas.microsoft.com/office/drawing/2014/main" id="{CC1651E0-952D-34CA-5695-43AAE845D217}"/>
                </a:ext>
              </a:extLst>
            </p:cNvPr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73" name="Google Shape;173;p15">
                <a:extLst>
                  <a:ext uri="{FF2B5EF4-FFF2-40B4-BE49-F238E27FC236}">
                    <a16:creationId xmlns:a16="http://schemas.microsoft.com/office/drawing/2014/main" id="{2E4DCF44-7565-B047-9BC5-FD209AA207C4}"/>
                  </a:ext>
                </a:extLst>
              </p:cNvPr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4" name="Google Shape;174;p15">
                <a:extLst>
                  <a:ext uri="{FF2B5EF4-FFF2-40B4-BE49-F238E27FC236}">
                    <a16:creationId xmlns:a16="http://schemas.microsoft.com/office/drawing/2014/main" id="{B1A0B460-96A8-F135-4EA2-376AC8DADDFF}"/>
                  </a:ext>
                </a:extLst>
              </p:cNvPr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75" name="Google Shape;175;p15">
                <a:extLst>
                  <a:ext uri="{FF2B5EF4-FFF2-40B4-BE49-F238E27FC236}">
                    <a16:creationId xmlns:a16="http://schemas.microsoft.com/office/drawing/2014/main" id="{C4B7DFE5-B756-F8D3-0127-A9E847BFB0FF}"/>
                  </a:ext>
                </a:extLst>
              </p:cNvPr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6" name="Google Shape;176;p15">
                  <a:extLst>
                    <a:ext uri="{FF2B5EF4-FFF2-40B4-BE49-F238E27FC236}">
                      <a16:creationId xmlns:a16="http://schemas.microsoft.com/office/drawing/2014/main" id="{01C85638-F41A-C2AC-A353-A1C1664C1DF5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5">
                  <a:extLst>
                    <a:ext uri="{FF2B5EF4-FFF2-40B4-BE49-F238E27FC236}">
                      <a16:creationId xmlns:a16="http://schemas.microsoft.com/office/drawing/2014/main" id="{2F5EE24A-C3C2-191C-6A8A-0D854139FA24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8" name="Google Shape;178;p15">
                <a:extLst>
                  <a:ext uri="{FF2B5EF4-FFF2-40B4-BE49-F238E27FC236}">
                    <a16:creationId xmlns:a16="http://schemas.microsoft.com/office/drawing/2014/main" id="{11AE0060-E04C-6859-9630-5ADE2E774975}"/>
                  </a:ext>
                </a:extLst>
              </p:cNvPr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9" name="Google Shape;179;p15">
                <a:extLst>
                  <a:ext uri="{FF2B5EF4-FFF2-40B4-BE49-F238E27FC236}">
                    <a16:creationId xmlns:a16="http://schemas.microsoft.com/office/drawing/2014/main" id="{A6EF80E3-E2AB-BCA4-D614-3F12543B7BD7}"/>
                  </a:ext>
                </a:extLst>
              </p:cNvPr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0" name="Google Shape;180;p15">
            <a:extLst>
              <a:ext uri="{FF2B5EF4-FFF2-40B4-BE49-F238E27FC236}">
                <a16:creationId xmlns:a16="http://schemas.microsoft.com/office/drawing/2014/main" id="{D19BD808-0611-251F-25A9-AFDDB97B59A6}"/>
              </a:ext>
            </a:extLst>
          </p:cNvPr>
          <p:cNvGrpSpPr/>
          <p:nvPr/>
        </p:nvGrpSpPr>
        <p:grpSpPr>
          <a:xfrm>
            <a:off x="1195475" y="742950"/>
            <a:ext cx="7002284" cy="4039075"/>
            <a:chOff x="861575" y="742950"/>
            <a:chExt cx="7002284" cy="4039075"/>
          </a:xfrm>
        </p:grpSpPr>
        <p:sp>
          <p:nvSpPr>
            <p:cNvPr id="181" name="Google Shape;181;p15">
              <a:extLst>
                <a:ext uri="{FF2B5EF4-FFF2-40B4-BE49-F238E27FC236}">
                  <a16:creationId xmlns:a16="http://schemas.microsoft.com/office/drawing/2014/main" id="{B2555D91-86D9-BB1F-B5EE-CF4832DE0522}"/>
                </a:ext>
              </a:extLst>
            </p:cNvPr>
            <p:cNvSpPr/>
            <p:nvPr/>
          </p:nvSpPr>
          <p:spPr>
            <a:xfrm>
              <a:off x="960259" y="841525"/>
              <a:ext cx="6903600" cy="39405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15">
              <a:extLst>
                <a:ext uri="{FF2B5EF4-FFF2-40B4-BE49-F238E27FC236}">
                  <a16:creationId xmlns:a16="http://schemas.microsoft.com/office/drawing/2014/main" id="{5DED7EA2-A816-C255-0923-A9F869FCF7B5}"/>
                </a:ext>
              </a:extLst>
            </p:cNvPr>
            <p:cNvGrpSpPr/>
            <p:nvPr/>
          </p:nvGrpSpPr>
          <p:grpSpPr>
            <a:xfrm>
              <a:off x="861575" y="742950"/>
              <a:ext cx="6904200" cy="3940500"/>
              <a:chOff x="861575" y="742950"/>
              <a:chExt cx="6904200" cy="3940500"/>
            </a:xfrm>
          </p:grpSpPr>
          <p:sp>
            <p:nvSpPr>
              <p:cNvPr id="183" name="Google Shape;183;p15">
                <a:extLst>
                  <a:ext uri="{FF2B5EF4-FFF2-40B4-BE49-F238E27FC236}">
                    <a16:creationId xmlns:a16="http://schemas.microsoft.com/office/drawing/2014/main" id="{C1AE98D0-5584-CC6E-CDD6-75146A18CFC8}"/>
                  </a:ext>
                </a:extLst>
              </p:cNvPr>
              <p:cNvSpPr/>
              <p:nvPr/>
            </p:nvSpPr>
            <p:spPr>
              <a:xfrm>
                <a:off x="861575" y="742950"/>
                <a:ext cx="6903600" cy="39405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4" name="Google Shape;184;p15">
                <a:extLst>
                  <a:ext uri="{FF2B5EF4-FFF2-40B4-BE49-F238E27FC236}">
                    <a16:creationId xmlns:a16="http://schemas.microsoft.com/office/drawing/2014/main" id="{5ECDE102-68AB-B561-259A-11832F8BA55E}"/>
                  </a:ext>
                </a:extLst>
              </p:cNvPr>
              <p:cNvCxnSpPr/>
              <p:nvPr/>
            </p:nvCxnSpPr>
            <p:spPr>
              <a:xfrm>
                <a:off x="861575" y="1108650"/>
                <a:ext cx="6904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85" name="Google Shape;185;p15">
                <a:extLst>
                  <a:ext uri="{FF2B5EF4-FFF2-40B4-BE49-F238E27FC236}">
                    <a16:creationId xmlns:a16="http://schemas.microsoft.com/office/drawing/2014/main" id="{5E0384D8-0B9C-3BA0-DA46-8A33F631B722}"/>
                  </a:ext>
                </a:extLst>
              </p:cNvPr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86" name="Google Shape;186;p15">
                  <a:extLst>
                    <a:ext uri="{FF2B5EF4-FFF2-40B4-BE49-F238E27FC236}">
                      <a16:creationId xmlns:a16="http://schemas.microsoft.com/office/drawing/2014/main" id="{CA13E933-150B-A697-8330-ABBCE8B4DD78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5">
                  <a:extLst>
                    <a:ext uri="{FF2B5EF4-FFF2-40B4-BE49-F238E27FC236}">
                      <a16:creationId xmlns:a16="http://schemas.microsoft.com/office/drawing/2014/main" id="{8F00462A-C114-3E07-69A2-EE1DE55A19C4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88" name="Google Shape;188;p15">
                <a:extLst>
                  <a:ext uri="{FF2B5EF4-FFF2-40B4-BE49-F238E27FC236}">
                    <a16:creationId xmlns:a16="http://schemas.microsoft.com/office/drawing/2014/main" id="{7BB581A8-CAC6-B0F5-D072-47B1DFA0007E}"/>
                  </a:ext>
                </a:extLst>
              </p:cNvPr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9" name="Google Shape;189;p15">
                <a:extLst>
                  <a:ext uri="{FF2B5EF4-FFF2-40B4-BE49-F238E27FC236}">
                    <a16:creationId xmlns:a16="http://schemas.microsoft.com/office/drawing/2014/main" id="{788DA4DB-C971-BD20-57CA-5158DE6CDFD1}"/>
                  </a:ext>
                </a:extLst>
              </p:cNvPr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0" name="Google Shape;190;p15">
            <a:extLst>
              <a:ext uri="{FF2B5EF4-FFF2-40B4-BE49-F238E27FC236}">
                <a16:creationId xmlns:a16="http://schemas.microsoft.com/office/drawing/2014/main" id="{AC63EB41-8022-4571-3E7F-680A914A89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52413" y="1337250"/>
            <a:ext cx="65433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  Sapienta API</a:t>
            </a:r>
            <a:endParaRPr sz="4700"/>
          </a:p>
        </p:txBody>
      </p:sp>
      <p:sp>
        <p:nvSpPr>
          <p:cNvPr id="191" name="Google Shape;191;p15">
            <a:extLst>
              <a:ext uri="{FF2B5EF4-FFF2-40B4-BE49-F238E27FC236}">
                <a16:creationId xmlns:a16="http://schemas.microsoft.com/office/drawing/2014/main" id="{A72F80A4-283E-5EA0-BDAB-23B051B301D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05850" y="3893575"/>
            <a:ext cx="4212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 Émile &amp; Émile</a:t>
            </a:r>
            <a:endParaRPr/>
          </a:p>
        </p:txBody>
      </p:sp>
      <p:sp>
        <p:nvSpPr>
          <p:cNvPr id="192" name="Google Shape;192;p15">
            <a:extLst>
              <a:ext uri="{FF2B5EF4-FFF2-40B4-BE49-F238E27FC236}">
                <a16:creationId xmlns:a16="http://schemas.microsoft.com/office/drawing/2014/main" id="{F0F1D9F1-0966-ABF0-3591-E5F7B26790A4}"/>
              </a:ext>
            </a:extLst>
          </p:cNvPr>
          <p:cNvSpPr/>
          <p:nvPr/>
        </p:nvSpPr>
        <p:spPr>
          <a:xfrm rot="-2700000">
            <a:off x="3801728" y="4050517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15">
            <a:extLst>
              <a:ext uri="{FF2B5EF4-FFF2-40B4-BE49-F238E27FC236}">
                <a16:creationId xmlns:a16="http://schemas.microsoft.com/office/drawing/2014/main" id="{C41F987D-355E-117B-B852-81E9591419DA}"/>
              </a:ext>
            </a:extLst>
          </p:cNvPr>
          <p:cNvGrpSpPr/>
          <p:nvPr/>
        </p:nvGrpSpPr>
        <p:grpSpPr>
          <a:xfrm>
            <a:off x="463638" y="3116098"/>
            <a:ext cx="1827475" cy="1051350"/>
            <a:chOff x="274188" y="1278048"/>
            <a:chExt cx="1827475" cy="1051350"/>
          </a:xfrm>
        </p:grpSpPr>
        <p:sp>
          <p:nvSpPr>
            <p:cNvPr id="194" name="Google Shape;194;p15">
              <a:extLst>
                <a:ext uri="{FF2B5EF4-FFF2-40B4-BE49-F238E27FC236}">
                  <a16:creationId xmlns:a16="http://schemas.microsoft.com/office/drawing/2014/main" id="{738D3829-70F2-79CA-9C98-590017B5AA1A}"/>
                </a:ext>
              </a:extLst>
            </p:cNvPr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" name="Google Shape;195;p15">
              <a:extLst>
                <a:ext uri="{FF2B5EF4-FFF2-40B4-BE49-F238E27FC236}">
                  <a16:creationId xmlns:a16="http://schemas.microsoft.com/office/drawing/2014/main" id="{CE738046-A2F1-B627-42EF-603007512F0D}"/>
                </a:ext>
              </a:extLst>
            </p:cNvPr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96" name="Google Shape;196;p15">
                <a:extLst>
                  <a:ext uri="{FF2B5EF4-FFF2-40B4-BE49-F238E27FC236}">
                    <a16:creationId xmlns:a16="http://schemas.microsoft.com/office/drawing/2014/main" id="{0BDAED87-10B7-E163-E175-546C998449B0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7" name="Google Shape;197;p15">
                <a:extLst>
                  <a:ext uri="{FF2B5EF4-FFF2-40B4-BE49-F238E27FC236}">
                    <a16:creationId xmlns:a16="http://schemas.microsoft.com/office/drawing/2014/main" id="{3BAEFDF7-C699-192D-9759-A514582AE0C8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9" name="Google Shape;199;p15">
              <a:extLst>
                <a:ext uri="{FF2B5EF4-FFF2-40B4-BE49-F238E27FC236}">
                  <a16:creationId xmlns:a16="http://schemas.microsoft.com/office/drawing/2014/main" id="{1E5AAA42-5D76-465D-F2AD-0C9B7DFAE1AB}"/>
                </a:ext>
              </a:extLst>
            </p:cNvPr>
            <p:cNvSpPr/>
            <p:nvPr/>
          </p:nvSpPr>
          <p:spPr>
            <a:xfrm>
              <a:off x="464272" y="1636498"/>
              <a:ext cx="328236" cy="324038"/>
            </a:xfrm>
            <a:custGeom>
              <a:avLst/>
              <a:gdLst/>
              <a:ahLst/>
              <a:cxnLst/>
              <a:rect l="l" t="t" r="r" b="b"/>
              <a:pathLst>
                <a:path w="8732" h="8733" extrusionOk="0">
                  <a:moveTo>
                    <a:pt x="4366" y="1"/>
                  </a:moveTo>
                  <a:cubicBezTo>
                    <a:pt x="1951" y="1"/>
                    <a:pt x="0" y="1952"/>
                    <a:pt x="0" y="4366"/>
                  </a:cubicBezTo>
                  <a:cubicBezTo>
                    <a:pt x="0" y="6757"/>
                    <a:pt x="1951" y="8732"/>
                    <a:pt x="4366" y="8732"/>
                  </a:cubicBezTo>
                  <a:cubicBezTo>
                    <a:pt x="6780" y="8732"/>
                    <a:pt x="8732" y="6757"/>
                    <a:pt x="8732" y="4366"/>
                  </a:cubicBezTo>
                  <a:cubicBezTo>
                    <a:pt x="8732" y="1952"/>
                    <a:pt x="6780" y="1"/>
                    <a:pt x="4366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15">
            <a:extLst>
              <a:ext uri="{FF2B5EF4-FFF2-40B4-BE49-F238E27FC236}">
                <a16:creationId xmlns:a16="http://schemas.microsoft.com/office/drawing/2014/main" id="{DCC94C3F-49D4-3EE4-F978-15CCF6FAB167}"/>
              </a:ext>
            </a:extLst>
          </p:cNvPr>
          <p:cNvGrpSpPr/>
          <p:nvPr/>
        </p:nvGrpSpPr>
        <p:grpSpPr>
          <a:xfrm>
            <a:off x="1352422" y="1220605"/>
            <a:ext cx="689546" cy="208288"/>
            <a:chOff x="6761147" y="3414805"/>
            <a:chExt cx="689546" cy="208288"/>
          </a:xfrm>
        </p:grpSpPr>
        <p:sp>
          <p:nvSpPr>
            <p:cNvPr id="205" name="Google Shape;205;p15">
              <a:extLst>
                <a:ext uri="{FF2B5EF4-FFF2-40B4-BE49-F238E27FC236}">
                  <a16:creationId xmlns:a16="http://schemas.microsoft.com/office/drawing/2014/main" id="{EB0EF9E6-F0AE-5D70-1062-2605531DE2D6}"/>
                </a:ext>
              </a:extLst>
            </p:cNvPr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>
              <a:extLst>
                <a:ext uri="{FF2B5EF4-FFF2-40B4-BE49-F238E27FC236}">
                  <a16:creationId xmlns:a16="http://schemas.microsoft.com/office/drawing/2014/main" id="{BDD09418-D17E-F162-1464-9823078360B0}"/>
                </a:ext>
              </a:extLst>
            </p:cNvPr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15">
            <a:extLst>
              <a:ext uri="{FF2B5EF4-FFF2-40B4-BE49-F238E27FC236}">
                <a16:creationId xmlns:a16="http://schemas.microsoft.com/office/drawing/2014/main" id="{8C961CE5-F65F-DBF2-6D33-74D99698E7F4}"/>
              </a:ext>
            </a:extLst>
          </p:cNvPr>
          <p:cNvGrpSpPr/>
          <p:nvPr/>
        </p:nvGrpSpPr>
        <p:grpSpPr>
          <a:xfrm>
            <a:off x="1532129" y="3806249"/>
            <a:ext cx="1646100" cy="1188900"/>
            <a:chOff x="7403363" y="1047512"/>
            <a:chExt cx="1646100" cy="1188900"/>
          </a:xfrm>
        </p:grpSpPr>
        <p:sp>
          <p:nvSpPr>
            <p:cNvPr id="208" name="Google Shape;208;p15">
              <a:extLst>
                <a:ext uri="{FF2B5EF4-FFF2-40B4-BE49-F238E27FC236}">
                  <a16:creationId xmlns:a16="http://schemas.microsoft.com/office/drawing/2014/main" id="{30590B45-BBFC-4B75-570B-3B6F5048A25E}"/>
                </a:ext>
              </a:extLst>
            </p:cNvPr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>
              <a:extLst>
                <a:ext uri="{FF2B5EF4-FFF2-40B4-BE49-F238E27FC236}">
                  <a16:creationId xmlns:a16="http://schemas.microsoft.com/office/drawing/2014/main" id="{A026AF1C-45C2-447A-438F-523CD311E2AE}"/>
                </a:ext>
              </a:extLst>
            </p:cNvPr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15">
              <a:extLst>
                <a:ext uri="{FF2B5EF4-FFF2-40B4-BE49-F238E27FC236}">
                  <a16:creationId xmlns:a16="http://schemas.microsoft.com/office/drawing/2014/main" id="{E05B5628-2171-EA4D-340B-9E60A7474DD5}"/>
                </a:ext>
              </a:extLst>
            </p:cNvPr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15">
              <a:extLst>
                <a:ext uri="{FF2B5EF4-FFF2-40B4-BE49-F238E27FC236}">
                  <a16:creationId xmlns:a16="http://schemas.microsoft.com/office/drawing/2014/main" id="{15F35C94-F195-1C98-2F07-6AE2A3E2337C}"/>
                </a:ext>
              </a:extLst>
            </p:cNvPr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>
              <a:extLst>
                <a:ext uri="{FF2B5EF4-FFF2-40B4-BE49-F238E27FC236}">
                  <a16:creationId xmlns:a16="http://schemas.microsoft.com/office/drawing/2014/main" id="{EC372D64-9F1B-00CF-B88C-5BE3EE8C778B}"/>
                </a:ext>
              </a:extLst>
            </p:cNvPr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>
              <a:extLst>
                <a:ext uri="{FF2B5EF4-FFF2-40B4-BE49-F238E27FC236}">
                  <a16:creationId xmlns:a16="http://schemas.microsoft.com/office/drawing/2014/main" id="{A51F6D42-9B83-AE38-4696-0C205FE356DE}"/>
                </a:ext>
              </a:extLst>
            </p:cNvPr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" name="Google Shape;214;p15">
              <a:extLst>
                <a:ext uri="{FF2B5EF4-FFF2-40B4-BE49-F238E27FC236}">
                  <a16:creationId xmlns:a16="http://schemas.microsoft.com/office/drawing/2014/main" id="{9A248149-D9B5-72CD-4801-B72838B242C2}"/>
                </a:ext>
              </a:extLst>
            </p:cNvPr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215" name="Google Shape;215;p15">
                <a:extLst>
                  <a:ext uri="{FF2B5EF4-FFF2-40B4-BE49-F238E27FC236}">
                    <a16:creationId xmlns:a16="http://schemas.microsoft.com/office/drawing/2014/main" id="{D6BF27BD-6495-B6EB-EC0A-DA4E730B9666}"/>
                  </a:ext>
                </a:extLst>
              </p:cNvPr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>
                <a:extLst>
                  <a:ext uri="{FF2B5EF4-FFF2-40B4-BE49-F238E27FC236}">
                    <a16:creationId xmlns:a16="http://schemas.microsoft.com/office/drawing/2014/main" id="{BD9D9B57-C7E6-7F49-BB24-AA7C61D71357}"/>
                  </a:ext>
                </a:extLst>
              </p:cNvPr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1" name="Google Shape;221;p15">
            <a:extLst>
              <a:ext uri="{FF2B5EF4-FFF2-40B4-BE49-F238E27FC236}">
                <a16:creationId xmlns:a16="http://schemas.microsoft.com/office/drawing/2014/main" id="{C331BFD4-1F1E-C22E-D870-2CE2B5F70078}"/>
              </a:ext>
            </a:extLst>
          </p:cNvPr>
          <p:cNvSpPr/>
          <p:nvPr/>
        </p:nvSpPr>
        <p:spPr>
          <a:xfrm>
            <a:off x="485107" y="559906"/>
            <a:ext cx="502800" cy="502800"/>
          </a:xfrm>
          <a:prstGeom prst="roundRect">
            <a:avLst>
              <a:gd name="adj" fmla="val 15109"/>
            </a:avLst>
          </a:prstGeom>
          <a:solidFill>
            <a:srgbClr val="FDBC9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">
            <a:extLst>
              <a:ext uri="{FF2B5EF4-FFF2-40B4-BE49-F238E27FC236}">
                <a16:creationId xmlns:a16="http://schemas.microsoft.com/office/drawing/2014/main" id="{F48FC58C-AC65-79AD-0835-137107E23B74}"/>
              </a:ext>
            </a:extLst>
          </p:cNvPr>
          <p:cNvSpPr/>
          <p:nvPr/>
        </p:nvSpPr>
        <p:spPr>
          <a:xfrm>
            <a:off x="565818" y="651290"/>
            <a:ext cx="341378" cy="320032"/>
          </a:xfrm>
          <a:custGeom>
            <a:avLst/>
            <a:gdLst/>
            <a:ahLst/>
            <a:cxnLst/>
            <a:rect l="l" t="t" r="r" b="b"/>
            <a:pathLst>
              <a:path w="10634" h="9925" extrusionOk="0">
                <a:moveTo>
                  <a:pt x="5308" y="0"/>
                </a:moveTo>
                <a:cubicBezTo>
                  <a:pt x="5171" y="0"/>
                  <a:pt x="5037" y="73"/>
                  <a:pt x="4976" y="220"/>
                </a:cubicBezTo>
                <a:lnTo>
                  <a:pt x="3659" y="2878"/>
                </a:lnTo>
                <a:cubicBezTo>
                  <a:pt x="3585" y="3000"/>
                  <a:pt x="3488" y="3073"/>
                  <a:pt x="3366" y="3073"/>
                </a:cubicBezTo>
                <a:lnTo>
                  <a:pt x="415" y="3512"/>
                </a:lnTo>
                <a:cubicBezTo>
                  <a:pt x="122" y="3561"/>
                  <a:pt x="0" y="3927"/>
                  <a:pt x="220" y="4147"/>
                </a:cubicBezTo>
                <a:lnTo>
                  <a:pt x="2341" y="6220"/>
                </a:lnTo>
                <a:cubicBezTo>
                  <a:pt x="2439" y="6317"/>
                  <a:pt x="2488" y="6439"/>
                  <a:pt x="2463" y="6561"/>
                </a:cubicBezTo>
                <a:lnTo>
                  <a:pt x="1951" y="9488"/>
                </a:lnTo>
                <a:cubicBezTo>
                  <a:pt x="1913" y="9736"/>
                  <a:pt x="2099" y="9924"/>
                  <a:pt x="2322" y="9924"/>
                </a:cubicBezTo>
                <a:cubicBezTo>
                  <a:pt x="2384" y="9924"/>
                  <a:pt x="2449" y="9910"/>
                  <a:pt x="2512" y="9878"/>
                </a:cubicBezTo>
                <a:lnTo>
                  <a:pt x="5122" y="8512"/>
                </a:lnTo>
                <a:cubicBezTo>
                  <a:pt x="5183" y="8476"/>
                  <a:pt x="5244" y="8457"/>
                  <a:pt x="5305" y="8457"/>
                </a:cubicBezTo>
                <a:cubicBezTo>
                  <a:pt x="5366" y="8457"/>
                  <a:pt x="5427" y="8476"/>
                  <a:pt x="5488" y="8512"/>
                </a:cubicBezTo>
                <a:lnTo>
                  <a:pt x="8122" y="9878"/>
                </a:lnTo>
                <a:cubicBezTo>
                  <a:pt x="8180" y="9910"/>
                  <a:pt x="8241" y="9924"/>
                  <a:pt x="8299" y="9924"/>
                </a:cubicBezTo>
                <a:cubicBezTo>
                  <a:pt x="8511" y="9924"/>
                  <a:pt x="8697" y="9736"/>
                  <a:pt x="8658" y="9488"/>
                </a:cubicBezTo>
                <a:lnTo>
                  <a:pt x="8146" y="6561"/>
                </a:lnTo>
                <a:cubicBezTo>
                  <a:pt x="8122" y="6439"/>
                  <a:pt x="8171" y="6317"/>
                  <a:pt x="8268" y="6220"/>
                </a:cubicBezTo>
                <a:lnTo>
                  <a:pt x="10390" y="4147"/>
                </a:lnTo>
                <a:cubicBezTo>
                  <a:pt x="10634" y="3927"/>
                  <a:pt x="10488" y="3561"/>
                  <a:pt x="10195" y="3512"/>
                </a:cubicBezTo>
                <a:lnTo>
                  <a:pt x="7244" y="3098"/>
                </a:lnTo>
                <a:cubicBezTo>
                  <a:pt x="7122" y="3073"/>
                  <a:pt x="7024" y="3000"/>
                  <a:pt x="6976" y="2878"/>
                </a:cubicBezTo>
                <a:lnTo>
                  <a:pt x="5658" y="220"/>
                </a:lnTo>
                <a:cubicBezTo>
                  <a:pt x="5585" y="73"/>
                  <a:pt x="5445" y="0"/>
                  <a:pt x="5308" y="0"/>
                </a:cubicBezTo>
                <a:close/>
              </a:path>
            </a:pathLst>
          </a:cu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">
            <a:extLst>
              <a:ext uri="{FF2B5EF4-FFF2-40B4-BE49-F238E27FC236}">
                <a16:creationId xmlns:a16="http://schemas.microsoft.com/office/drawing/2014/main" id="{E0188139-6987-A0D7-A6B6-94D3EBA3A678}"/>
              </a:ext>
            </a:extLst>
          </p:cNvPr>
          <p:cNvSpPr/>
          <p:nvPr/>
        </p:nvSpPr>
        <p:spPr>
          <a:xfrm>
            <a:off x="464193" y="1880375"/>
            <a:ext cx="502800" cy="502800"/>
          </a:xfrm>
          <a:prstGeom prst="roundRect">
            <a:avLst>
              <a:gd name="adj" fmla="val 15109"/>
            </a:avLst>
          </a:prstGeom>
          <a:solidFill>
            <a:srgbClr val="EFC4B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AB18264-B868-561A-150D-517CA8DD13E5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463651" y="1220603"/>
            <a:chExt cx="502899" cy="502899"/>
          </a:xfrm>
        </p:grpSpPr>
        <p:sp>
          <p:nvSpPr>
            <p:cNvPr id="218" name="Google Shape;218;p15">
              <a:extLst>
                <a:ext uri="{FF2B5EF4-FFF2-40B4-BE49-F238E27FC236}">
                  <a16:creationId xmlns:a16="http://schemas.microsoft.com/office/drawing/2014/main" id="{F31AC1D6-A0A9-4AF1-5CB4-CC7924D6C469}"/>
                </a:ext>
              </a:extLst>
            </p:cNvPr>
            <p:cNvSpPr/>
            <p:nvPr/>
          </p:nvSpPr>
          <p:spPr>
            <a:xfrm>
              <a:off x="463651" y="1220603"/>
              <a:ext cx="502899" cy="502899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Graphic 2" descr="Pencil with solid fill">
              <a:extLst>
                <a:ext uri="{FF2B5EF4-FFF2-40B4-BE49-F238E27FC236}">
                  <a16:creationId xmlns:a16="http://schemas.microsoft.com/office/drawing/2014/main" id="{BD24B9C4-AA8C-CE67-5EAC-E9717FAD6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4097" y="1235342"/>
              <a:ext cx="447644" cy="447644"/>
            </a:xfrm>
            <a:prstGeom prst="rect">
              <a:avLst/>
            </a:prstGeom>
          </p:spPr>
        </p:pic>
      </p:grpSp>
      <p:pic>
        <p:nvPicPr>
          <p:cNvPr id="9" name="Graphic 8" descr="Document outline">
            <a:extLst>
              <a:ext uri="{FF2B5EF4-FFF2-40B4-BE49-F238E27FC236}">
                <a16:creationId xmlns:a16="http://schemas.microsoft.com/office/drawing/2014/main" id="{C1AA1374-F4C5-6F01-1B4B-E12D016963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299" y="1899251"/>
            <a:ext cx="465047" cy="465047"/>
          </a:xfrm>
          <a:prstGeom prst="rect">
            <a:avLst/>
          </a:prstGeom>
        </p:spPr>
      </p:pic>
      <p:sp>
        <p:nvSpPr>
          <p:cNvPr id="10" name="Google Shape;215;p15">
            <a:extLst>
              <a:ext uri="{FF2B5EF4-FFF2-40B4-BE49-F238E27FC236}">
                <a16:creationId xmlns:a16="http://schemas.microsoft.com/office/drawing/2014/main" id="{EC0BAD90-E6B0-48F6-3F78-E9C427CADD13}"/>
              </a:ext>
            </a:extLst>
          </p:cNvPr>
          <p:cNvSpPr/>
          <p:nvPr/>
        </p:nvSpPr>
        <p:spPr>
          <a:xfrm>
            <a:off x="1160323" y="3516121"/>
            <a:ext cx="820034" cy="51427"/>
          </a:xfrm>
          <a:custGeom>
            <a:avLst/>
            <a:gdLst/>
            <a:ahLst/>
            <a:cxnLst/>
            <a:rect l="l" t="t" r="r" b="b"/>
            <a:pathLst>
              <a:path w="21415" h="1343" extrusionOk="0">
                <a:moveTo>
                  <a:pt x="903" y="1"/>
                </a:moveTo>
                <a:cubicBezTo>
                  <a:pt x="1" y="1"/>
                  <a:pt x="1" y="1342"/>
                  <a:pt x="903" y="1342"/>
                </a:cubicBezTo>
                <a:lnTo>
                  <a:pt x="20488" y="1342"/>
                </a:lnTo>
                <a:cubicBezTo>
                  <a:pt x="21415" y="1342"/>
                  <a:pt x="21415" y="1"/>
                  <a:pt x="204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16;p15">
            <a:extLst>
              <a:ext uri="{FF2B5EF4-FFF2-40B4-BE49-F238E27FC236}">
                <a16:creationId xmlns:a16="http://schemas.microsoft.com/office/drawing/2014/main" id="{2B51C63C-0617-2364-B18C-89CC9A13E338}"/>
              </a:ext>
            </a:extLst>
          </p:cNvPr>
          <p:cNvSpPr/>
          <p:nvPr/>
        </p:nvSpPr>
        <p:spPr>
          <a:xfrm>
            <a:off x="1251842" y="3651561"/>
            <a:ext cx="636077" cy="52346"/>
          </a:xfrm>
          <a:custGeom>
            <a:avLst/>
            <a:gdLst/>
            <a:ahLst/>
            <a:cxnLst/>
            <a:rect l="l" t="t" r="r" b="b"/>
            <a:pathLst>
              <a:path w="16611" h="1367" extrusionOk="0">
                <a:moveTo>
                  <a:pt x="928" y="0"/>
                </a:moveTo>
                <a:cubicBezTo>
                  <a:pt x="1" y="0"/>
                  <a:pt x="1" y="1366"/>
                  <a:pt x="928" y="1366"/>
                </a:cubicBezTo>
                <a:lnTo>
                  <a:pt x="15708" y="1366"/>
                </a:lnTo>
                <a:cubicBezTo>
                  <a:pt x="16610" y="1366"/>
                  <a:pt x="16610" y="0"/>
                  <a:pt x="157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14208A78-A267-F39C-3247-54FB1DDF7383}"/>
              </a:ext>
            </a:extLst>
          </p:cNvPr>
          <p:cNvGrpSpPr/>
          <p:nvPr/>
        </p:nvGrpSpPr>
        <p:grpSpPr>
          <a:xfrm>
            <a:off x="434341" y="5933900"/>
            <a:ext cx="1572610" cy="2680420"/>
            <a:chOff x="4754850" y="1600325"/>
            <a:chExt cx="3772191" cy="3108650"/>
          </a:xfrm>
        </p:grpSpPr>
        <p:sp>
          <p:nvSpPr>
            <p:cNvPr id="4" name="Google Shape;483;p25">
              <a:extLst>
                <a:ext uri="{FF2B5EF4-FFF2-40B4-BE49-F238E27FC236}">
                  <a16:creationId xmlns:a16="http://schemas.microsoft.com/office/drawing/2014/main" id="{B0E23463-F710-EAC4-EFD4-890BD10C8742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84;p25">
              <a:extLst>
                <a:ext uri="{FF2B5EF4-FFF2-40B4-BE49-F238E27FC236}">
                  <a16:creationId xmlns:a16="http://schemas.microsoft.com/office/drawing/2014/main" id="{3CE613C0-79C4-726B-1760-326D22A4E70A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" name="Google Shape;485;p25">
              <a:extLst>
                <a:ext uri="{FF2B5EF4-FFF2-40B4-BE49-F238E27FC236}">
                  <a16:creationId xmlns:a16="http://schemas.microsoft.com/office/drawing/2014/main" id="{5F1C2AB8-A38F-7675-582B-3D41183FC69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" name="Google Shape;486;p25">
            <a:extLst>
              <a:ext uri="{FF2B5EF4-FFF2-40B4-BE49-F238E27FC236}">
                <a16:creationId xmlns:a16="http://schemas.microsoft.com/office/drawing/2014/main" id="{9456AABE-4D8B-1157-3F01-B4FB627C310B}"/>
              </a:ext>
            </a:extLst>
          </p:cNvPr>
          <p:cNvGrpSpPr/>
          <p:nvPr/>
        </p:nvGrpSpPr>
        <p:grpSpPr>
          <a:xfrm>
            <a:off x="528402" y="6318261"/>
            <a:ext cx="1348725" cy="2227283"/>
            <a:chOff x="844774" y="1956482"/>
            <a:chExt cx="1564200" cy="2583118"/>
          </a:xfrm>
        </p:grpSpPr>
        <p:sp>
          <p:nvSpPr>
            <p:cNvPr id="8" name="Google Shape;487;p25">
              <a:extLst>
                <a:ext uri="{FF2B5EF4-FFF2-40B4-BE49-F238E27FC236}">
                  <a16:creationId xmlns:a16="http://schemas.microsoft.com/office/drawing/2014/main" id="{57698D24-1E93-075A-AADD-63F90C0C4616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" name="Google Shape;488;p25">
              <a:extLst>
                <a:ext uri="{FF2B5EF4-FFF2-40B4-BE49-F238E27FC236}">
                  <a16:creationId xmlns:a16="http://schemas.microsoft.com/office/drawing/2014/main" id="{43B9ED09-F9F3-C72B-6CED-AF1BE39DF764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3" name="Google Shape;494;p25">
            <a:extLst>
              <a:ext uri="{FF2B5EF4-FFF2-40B4-BE49-F238E27FC236}">
                <a16:creationId xmlns:a16="http://schemas.microsoft.com/office/drawing/2014/main" id="{24A5F9F9-A390-6B44-6630-96F895B118A8}"/>
              </a:ext>
            </a:extLst>
          </p:cNvPr>
          <p:cNvGrpSpPr/>
          <p:nvPr/>
        </p:nvGrpSpPr>
        <p:grpSpPr>
          <a:xfrm>
            <a:off x="2145338" y="8415841"/>
            <a:ext cx="1572610" cy="2680420"/>
            <a:chOff x="4754850" y="1600325"/>
            <a:chExt cx="3772191" cy="3108650"/>
          </a:xfrm>
        </p:grpSpPr>
        <p:sp>
          <p:nvSpPr>
            <p:cNvPr id="14" name="Google Shape;495;p25">
              <a:extLst>
                <a:ext uri="{FF2B5EF4-FFF2-40B4-BE49-F238E27FC236}">
                  <a16:creationId xmlns:a16="http://schemas.microsoft.com/office/drawing/2014/main" id="{59FE52C3-BE2B-E131-2744-C96F15811EAD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96;p25">
              <a:extLst>
                <a:ext uri="{FF2B5EF4-FFF2-40B4-BE49-F238E27FC236}">
                  <a16:creationId xmlns:a16="http://schemas.microsoft.com/office/drawing/2014/main" id="{EDAD46F4-DBE7-0724-C63F-4A92C92E2654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497;p25">
              <a:extLst>
                <a:ext uri="{FF2B5EF4-FFF2-40B4-BE49-F238E27FC236}">
                  <a16:creationId xmlns:a16="http://schemas.microsoft.com/office/drawing/2014/main" id="{4822A478-4FF8-C37D-3DC8-6463910AFDA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498;p25">
            <a:extLst>
              <a:ext uri="{FF2B5EF4-FFF2-40B4-BE49-F238E27FC236}">
                <a16:creationId xmlns:a16="http://schemas.microsoft.com/office/drawing/2014/main" id="{A2EA3CB9-20A5-C546-B631-6B94DC2458CC}"/>
              </a:ext>
            </a:extLst>
          </p:cNvPr>
          <p:cNvGrpSpPr/>
          <p:nvPr/>
        </p:nvGrpSpPr>
        <p:grpSpPr>
          <a:xfrm>
            <a:off x="2200048" y="8816968"/>
            <a:ext cx="1431292" cy="2210519"/>
            <a:chOff x="2757151" y="1975925"/>
            <a:chExt cx="1659958" cy="2563675"/>
          </a:xfrm>
        </p:grpSpPr>
        <p:sp>
          <p:nvSpPr>
            <p:cNvPr id="18" name="Google Shape;499;p25">
              <a:extLst>
                <a:ext uri="{FF2B5EF4-FFF2-40B4-BE49-F238E27FC236}">
                  <a16:creationId xmlns:a16="http://schemas.microsoft.com/office/drawing/2014/main" id="{8C35CE56-2C78-1926-9B7F-718653299130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9" name="Google Shape;500;p25">
              <a:extLst>
                <a:ext uri="{FF2B5EF4-FFF2-40B4-BE49-F238E27FC236}">
                  <a16:creationId xmlns:a16="http://schemas.microsoft.com/office/drawing/2014/main" id="{36C8A4BD-C167-7BEA-692D-D911573003A0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0" name="Google Shape;502;p25">
            <a:extLst>
              <a:ext uri="{FF2B5EF4-FFF2-40B4-BE49-F238E27FC236}">
                <a16:creationId xmlns:a16="http://schemas.microsoft.com/office/drawing/2014/main" id="{38A79F27-8863-BC72-2BDF-4C01E4D5422B}"/>
              </a:ext>
            </a:extLst>
          </p:cNvPr>
          <p:cNvGrpSpPr/>
          <p:nvPr/>
        </p:nvGrpSpPr>
        <p:grpSpPr>
          <a:xfrm>
            <a:off x="3846174" y="11260642"/>
            <a:ext cx="1572610" cy="2680420"/>
            <a:chOff x="4754850" y="1600325"/>
            <a:chExt cx="3772191" cy="3108650"/>
          </a:xfrm>
        </p:grpSpPr>
        <p:sp>
          <p:nvSpPr>
            <p:cNvPr id="21" name="Google Shape;503;p25">
              <a:extLst>
                <a:ext uri="{FF2B5EF4-FFF2-40B4-BE49-F238E27FC236}">
                  <a16:creationId xmlns:a16="http://schemas.microsoft.com/office/drawing/2014/main" id="{BF3D209E-1A53-922D-FC22-7AEC82E8F6C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04;p25">
              <a:extLst>
                <a:ext uri="{FF2B5EF4-FFF2-40B4-BE49-F238E27FC236}">
                  <a16:creationId xmlns:a16="http://schemas.microsoft.com/office/drawing/2014/main" id="{BA93E02C-B75E-CFB5-0113-6D45895F419C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" name="Google Shape;505;p25">
              <a:extLst>
                <a:ext uri="{FF2B5EF4-FFF2-40B4-BE49-F238E27FC236}">
                  <a16:creationId xmlns:a16="http://schemas.microsoft.com/office/drawing/2014/main" id="{A0811F62-37F3-472B-F630-BC8A6BEB31A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506;p25">
            <a:extLst>
              <a:ext uri="{FF2B5EF4-FFF2-40B4-BE49-F238E27FC236}">
                <a16:creationId xmlns:a16="http://schemas.microsoft.com/office/drawing/2014/main" id="{BADB47EB-F218-300E-8535-14E1CCFD2445}"/>
              </a:ext>
            </a:extLst>
          </p:cNvPr>
          <p:cNvGrpSpPr/>
          <p:nvPr/>
        </p:nvGrpSpPr>
        <p:grpSpPr>
          <a:xfrm>
            <a:off x="3909760" y="11661798"/>
            <a:ext cx="1446721" cy="2210493"/>
            <a:chOff x="4729264" y="1975954"/>
            <a:chExt cx="1677852" cy="2563646"/>
          </a:xfrm>
        </p:grpSpPr>
        <p:sp>
          <p:nvSpPr>
            <p:cNvPr id="25" name="Google Shape;507;p25">
              <a:extLst>
                <a:ext uri="{FF2B5EF4-FFF2-40B4-BE49-F238E27FC236}">
                  <a16:creationId xmlns:a16="http://schemas.microsoft.com/office/drawing/2014/main" id="{F7FB48BE-FE8E-015E-9891-57A63B85F160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6" name="Google Shape;508;p25">
              <a:extLst>
                <a:ext uri="{FF2B5EF4-FFF2-40B4-BE49-F238E27FC236}">
                  <a16:creationId xmlns:a16="http://schemas.microsoft.com/office/drawing/2014/main" id="{A8C41ABF-E748-A216-137B-E9770231D9E2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7" name="Google Shape;510;p25">
            <a:extLst>
              <a:ext uri="{FF2B5EF4-FFF2-40B4-BE49-F238E27FC236}">
                <a16:creationId xmlns:a16="http://schemas.microsoft.com/office/drawing/2014/main" id="{E0127F85-A9E8-E29D-AD8D-04A9029369CF}"/>
              </a:ext>
            </a:extLst>
          </p:cNvPr>
          <p:cNvGrpSpPr/>
          <p:nvPr/>
        </p:nvGrpSpPr>
        <p:grpSpPr>
          <a:xfrm>
            <a:off x="5521611" y="13728070"/>
            <a:ext cx="1572610" cy="2680420"/>
            <a:chOff x="4754850" y="1600325"/>
            <a:chExt cx="3772191" cy="3108650"/>
          </a:xfrm>
        </p:grpSpPr>
        <p:sp>
          <p:nvSpPr>
            <p:cNvPr id="28" name="Google Shape;511;p25">
              <a:extLst>
                <a:ext uri="{FF2B5EF4-FFF2-40B4-BE49-F238E27FC236}">
                  <a16:creationId xmlns:a16="http://schemas.microsoft.com/office/drawing/2014/main" id="{8E77D595-2182-C132-3710-519E161B635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2;p25">
              <a:extLst>
                <a:ext uri="{FF2B5EF4-FFF2-40B4-BE49-F238E27FC236}">
                  <a16:creationId xmlns:a16="http://schemas.microsoft.com/office/drawing/2014/main" id="{7742FBC5-385F-F77C-A99C-C3BC4DC5A6FC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" name="Google Shape;513;p25">
              <a:extLst>
                <a:ext uri="{FF2B5EF4-FFF2-40B4-BE49-F238E27FC236}">
                  <a16:creationId xmlns:a16="http://schemas.microsoft.com/office/drawing/2014/main" id="{E872D607-9BBB-FD09-50B1-D87B1A43968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" name="Google Shape;514;p25">
            <a:extLst>
              <a:ext uri="{FF2B5EF4-FFF2-40B4-BE49-F238E27FC236}">
                <a16:creationId xmlns:a16="http://schemas.microsoft.com/office/drawing/2014/main" id="{59D01975-6751-2BB3-3354-DF722D555278}"/>
              </a:ext>
            </a:extLst>
          </p:cNvPr>
          <p:cNvGrpSpPr/>
          <p:nvPr/>
        </p:nvGrpSpPr>
        <p:grpSpPr>
          <a:xfrm>
            <a:off x="5615672" y="14136136"/>
            <a:ext cx="1348725" cy="2203580"/>
            <a:chOff x="6724524" y="1983973"/>
            <a:chExt cx="1564200" cy="2555627"/>
          </a:xfrm>
        </p:grpSpPr>
        <p:sp>
          <p:nvSpPr>
            <p:cNvPr id="32" name="Google Shape;515;p25">
              <a:extLst>
                <a:ext uri="{FF2B5EF4-FFF2-40B4-BE49-F238E27FC236}">
                  <a16:creationId xmlns:a16="http://schemas.microsoft.com/office/drawing/2014/main" id="{79250B4A-1168-1A6C-DD6F-7F19FEB15E72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3" name="Google Shape;516;p25">
              <a:extLst>
                <a:ext uri="{FF2B5EF4-FFF2-40B4-BE49-F238E27FC236}">
                  <a16:creationId xmlns:a16="http://schemas.microsoft.com/office/drawing/2014/main" id="{969FA2D8-DA08-A107-6E31-A70026EF4EE3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4" name="Google Shape;518;p25">
            <a:extLst>
              <a:ext uri="{FF2B5EF4-FFF2-40B4-BE49-F238E27FC236}">
                <a16:creationId xmlns:a16="http://schemas.microsoft.com/office/drawing/2014/main" id="{3BA6B4ED-959F-D139-D1FF-7F27D3895A32}"/>
              </a:ext>
            </a:extLst>
          </p:cNvPr>
          <p:cNvGrpSpPr/>
          <p:nvPr/>
        </p:nvGrpSpPr>
        <p:grpSpPr>
          <a:xfrm>
            <a:off x="983436" y="5791297"/>
            <a:ext cx="433537" cy="433537"/>
            <a:chOff x="1627550" y="2017350"/>
            <a:chExt cx="502800" cy="502800"/>
          </a:xfrm>
        </p:grpSpPr>
        <p:sp>
          <p:nvSpPr>
            <p:cNvPr id="35" name="Google Shape;519;p25">
              <a:extLst>
                <a:ext uri="{FF2B5EF4-FFF2-40B4-BE49-F238E27FC236}">
                  <a16:creationId xmlns:a16="http://schemas.microsoft.com/office/drawing/2014/main" id="{DAAA42FC-E727-C2BD-B6D5-88572B69DE8D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20;p25">
              <a:extLst>
                <a:ext uri="{FF2B5EF4-FFF2-40B4-BE49-F238E27FC236}">
                  <a16:creationId xmlns:a16="http://schemas.microsoft.com/office/drawing/2014/main" id="{2006A242-ACEE-507B-B655-B42AAF89DC9A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521;p25">
            <a:extLst>
              <a:ext uri="{FF2B5EF4-FFF2-40B4-BE49-F238E27FC236}">
                <a16:creationId xmlns:a16="http://schemas.microsoft.com/office/drawing/2014/main" id="{521F7786-CD18-7733-26D3-8C9405B7ECD8}"/>
              </a:ext>
            </a:extLst>
          </p:cNvPr>
          <p:cNvGrpSpPr/>
          <p:nvPr/>
        </p:nvGrpSpPr>
        <p:grpSpPr>
          <a:xfrm>
            <a:off x="6075786" y="13559199"/>
            <a:ext cx="433537" cy="433537"/>
            <a:chOff x="7014301" y="2017350"/>
            <a:chExt cx="502800" cy="502800"/>
          </a:xfrm>
        </p:grpSpPr>
        <p:sp>
          <p:nvSpPr>
            <p:cNvPr id="38" name="Google Shape;522;p25">
              <a:extLst>
                <a:ext uri="{FF2B5EF4-FFF2-40B4-BE49-F238E27FC236}">
                  <a16:creationId xmlns:a16="http://schemas.microsoft.com/office/drawing/2014/main" id="{AA6835AD-D0E1-38FE-323C-361E89C0A1B4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23;p25">
              <a:extLst>
                <a:ext uri="{FF2B5EF4-FFF2-40B4-BE49-F238E27FC236}">
                  <a16:creationId xmlns:a16="http://schemas.microsoft.com/office/drawing/2014/main" id="{08EFE025-E369-922A-B2B8-C44214530B69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525;p25">
            <a:extLst>
              <a:ext uri="{FF2B5EF4-FFF2-40B4-BE49-F238E27FC236}">
                <a16:creationId xmlns:a16="http://schemas.microsoft.com/office/drawing/2014/main" id="{46FDFD89-846C-63FE-FCA4-6F33B8BF1455}"/>
              </a:ext>
            </a:extLst>
          </p:cNvPr>
          <p:cNvSpPr/>
          <p:nvPr/>
        </p:nvSpPr>
        <p:spPr>
          <a:xfrm>
            <a:off x="4397789" y="11117953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510;p25">
            <a:extLst>
              <a:ext uri="{FF2B5EF4-FFF2-40B4-BE49-F238E27FC236}">
                <a16:creationId xmlns:a16="http://schemas.microsoft.com/office/drawing/2014/main" id="{B7F780EB-8467-2BB8-7F2B-194EFFB29FB7}"/>
              </a:ext>
            </a:extLst>
          </p:cNvPr>
          <p:cNvGrpSpPr/>
          <p:nvPr/>
        </p:nvGrpSpPr>
        <p:grpSpPr>
          <a:xfrm>
            <a:off x="7182771" y="16224529"/>
            <a:ext cx="1572610" cy="2680420"/>
            <a:chOff x="4754850" y="1600325"/>
            <a:chExt cx="3772191" cy="3108650"/>
          </a:xfrm>
        </p:grpSpPr>
        <p:sp>
          <p:nvSpPr>
            <p:cNvPr id="42" name="Google Shape;511;p25">
              <a:extLst>
                <a:ext uri="{FF2B5EF4-FFF2-40B4-BE49-F238E27FC236}">
                  <a16:creationId xmlns:a16="http://schemas.microsoft.com/office/drawing/2014/main" id="{B2507CE4-0773-4E9E-788B-C11659C6B4F8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12;p25">
              <a:extLst>
                <a:ext uri="{FF2B5EF4-FFF2-40B4-BE49-F238E27FC236}">
                  <a16:creationId xmlns:a16="http://schemas.microsoft.com/office/drawing/2014/main" id="{1E11A90D-98FB-4CB0-7030-33CB5FEDAFF9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" name="Google Shape;513;p25">
              <a:extLst>
                <a:ext uri="{FF2B5EF4-FFF2-40B4-BE49-F238E27FC236}">
                  <a16:creationId xmlns:a16="http://schemas.microsoft.com/office/drawing/2014/main" id="{F447C9D3-FE9E-D560-261B-56C0E216426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" name="Google Shape;514;p25">
            <a:extLst>
              <a:ext uri="{FF2B5EF4-FFF2-40B4-BE49-F238E27FC236}">
                <a16:creationId xmlns:a16="http://schemas.microsoft.com/office/drawing/2014/main" id="{EE341CD9-C04F-3E57-9E66-E23A4B9045DC}"/>
              </a:ext>
            </a:extLst>
          </p:cNvPr>
          <p:cNvGrpSpPr/>
          <p:nvPr/>
        </p:nvGrpSpPr>
        <p:grpSpPr>
          <a:xfrm>
            <a:off x="7190272" y="16612871"/>
            <a:ext cx="1532498" cy="2223301"/>
            <a:chOff x="6628231" y="1961100"/>
            <a:chExt cx="1777333" cy="2578500"/>
          </a:xfrm>
        </p:grpSpPr>
        <p:sp>
          <p:nvSpPr>
            <p:cNvPr id="46" name="Google Shape;515;p25">
              <a:extLst>
                <a:ext uri="{FF2B5EF4-FFF2-40B4-BE49-F238E27FC236}">
                  <a16:creationId xmlns:a16="http://schemas.microsoft.com/office/drawing/2014/main" id="{EB92332D-77BD-1D8F-22EA-BC7BB1501099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47" name="Google Shape;516;p25">
              <a:extLst>
                <a:ext uri="{FF2B5EF4-FFF2-40B4-BE49-F238E27FC236}">
                  <a16:creationId xmlns:a16="http://schemas.microsoft.com/office/drawing/2014/main" id="{88E1D59E-C9B8-1DDB-6532-848F2AFF0377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48" name="Google Shape;524;p25">
            <a:extLst>
              <a:ext uri="{FF2B5EF4-FFF2-40B4-BE49-F238E27FC236}">
                <a16:creationId xmlns:a16="http://schemas.microsoft.com/office/drawing/2014/main" id="{CAA8886C-564A-BA0A-4072-1823BD3CD328}"/>
              </a:ext>
            </a:extLst>
          </p:cNvPr>
          <p:cNvGrpSpPr/>
          <p:nvPr/>
        </p:nvGrpSpPr>
        <p:grpSpPr>
          <a:xfrm>
            <a:off x="7772648" y="16063973"/>
            <a:ext cx="433623" cy="433623"/>
            <a:chOff x="858700" y="1967475"/>
            <a:chExt cx="605100" cy="605100"/>
          </a:xfrm>
        </p:grpSpPr>
        <p:sp>
          <p:nvSpPr>
            <p:cNvPr id="49" name="Google Shape;525;p25">
              <a:extLst>
                <a:ext uri="{FF2B5EF4-FFF2-40B4-BE49-F238E27FC236}">
                  <a16:creationId xmlns:a16="http://schemas.microsoft.com/office/drawing/2014/main" id="{7F70FD5D-3962-7490-7053-6CBC7ABE1B9B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26;p25">
              <a:extLst>
                <a:ext uri="{FF2B5EF4-FFF2-40B4-BE49-F238E27FC236}">
                  <a16:creationId xmlns:a16="http://schemas.microsoft.com/office/drawing/2014/main" id="{17641A84-9471-EAB1-D186-CC34B3A8CAA4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" name="Graphic 50" descr="Pencil with solid fill">
            <a:extLst>
              <a:ext uri="{FF2B5EF4-FFF2-40B4-BE49-F238E27FC236}">
                <a16:creationId xmlns:a16="http://schemas.microsoft.com/office/drawing/2014/main" id="{91488EB0-DC08-7F76-5D70-0B3EDAF79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11143348"/>
            <a:ext cx="356951" cy="356951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E865A0CC-038A-CA30-FCCE-95F021C13D8C}"/>
              </a:ext>
            </a:extLst>
          </p:cNvPr>
          <p:cNvGrpSpPr/>
          <p:nvPr/>
        </p:nvGrpSpPr>
        <p:grpSpPr>
          <a:xfrm>
            <a:off x="2692694" y="8275321"/>
            <a:ext cx="444980" cy="446767"/>
            <a:chOff x="2692694" y="5793380"/>
            <a:chExt cx="444980" cy="446767"/>
          </a:xfrm>
        </p:grpSpPr>
        <p:sp>
          <p:nvSpPr>
            <p:cNvPr id="52" name="Google Shape;491;p25">
              <a:extLst>
                <a:ext uri="{FF2B5EF4-FFF2-40B4-BE49-F238E27FC236}">
                  <a16:creationId xmlns:a16="http://schemas.microsoft.com/office/drawing/2014/main" id="{1135DA01-7F3C-DE5D-C6FF-4115EC1325B8}"/>
                </a:ext>
              </a:extLst>
            </p:cNvPr>
            <p:cNvSpPr/>
            <p:nvPr/>
          </p:nvSpPr>
          <p:spPr>
            <a:xfrm>
              <a:off x="2697771" y="5793380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" name="Graphic 52" descr="Single gear with solid fill">
              <a:extLst>
                <a:ext uri="{FF2B5EF4-FFF2-40B4-BE49-F238E27FC236}">
                  <a16:creationId xmlns:a16="http://schemas.microsoft.com/office/drawing/2014/main" id="{F9FCD855-5A2F-E19F-3334-C0D67E669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141166">
              <a:off x="2692694" y="5795167"/>
              <a:ext cx="444980" cy="44498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CA8945EB-DB7E-EB8B-37AB-9884CB89905E}"/>
              </a:ext>
            </a:extLst>
          </p:cNvPr>
          <p:cNvSpPr txBox="1"/>
          <p:nvPr/>
        </p:nvSpPr>
        <p:spPr>
          <a:xfrm>
            <a:off x="647633" y="6971698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7B672D-2717-A629-CE73-45E682376473}"/>
              </a:ext>
            </a:extLst>
          </p:cNvPr>
          <p:cNvSpPr txBox="1"/>
          <p:nvPr/>
        </p:nvSpPr>
        <p:spPr>
          <a:xfrm>
            <a:off x="2235766" y="9438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9BAFA5-BED6-6137-0B12-073F71C5BE04}"/>
              </a:ext>
            </a:extLst>
          </p:cNvPr>
          <p:cNvSpPr txBox="1"/>
          <p:nvPr/>
        </p:nvSpPr>
        <p:spPr>
          <a:xfrm>
            <a:off x="3985622" y="12280901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D1B635-CD3F-F131-2141-DA5CFEF68DD5}"/>
              </a:ext>
            </a:extLst>
          </p:cNvPr>
          <p:cNvSpPr txBox="1"/>
          <p:nvPr/>
        </p:nvSpPr>
        <p:spPr>
          <a:xfrm>
            <a:off x="5615529" y="14742282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CC5363-6A7D-53A4-783C-D4003AA4D7D9}"/>
              </a:ext>
            </a:extLst>
          </p:cNvPr>
          <p:cNvSpPr txBox="1"/>
          <p:nvPr/>
        </p:nvSpPr>
        <p:spPr>
          <a:xfrm>
            <a:off x="7276687" y="17305515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2223008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>
            <a:spLocks noGrp="1"/>
          </p:cNvSpPr>
          <p:nvPr>
            <p:ph type="title"/>
          </p:nvPr>
        </p:nvSpPr>
        <p:spPr>
          <a:xfrm>
            <a:off x="715125" y="731400"/>
            <a:ext cx="77139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 de présentation</a:t>
            </a:r>
            <a:endParaRPr/>
          </a:p>
        </p:txBody>
      </p:sp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2F00D634-1FB6-E8D6-6120-F208660CEF07}"/>
              </a:ext>
            </a:extLst>
          </p:cNvPr>
          <p:cNvGrpSpPr/>
          <p:nvPr/>
        </p:nvGrpSpPr>
        <p:grpSpPr>
          <a:xfrm>
            <a:off x="434341" y="1927955"/>
            <a:ext cx="1572610" cy="2680420"/>
            <a:chOff x="4754850" y="1600325"/>
            <a:chExt cx="3772191" cy="3108650"/>
          </a:xfrm>
        </p:grpSpPr>
        <p:sp>
          <p:nvSpPr>
            <p:cNvPr id="3" name="Google Shape;483;p25">
              <a:extLst>
                <a:ext uri="{FF2B5EF4-FFF2-40B4-BE49-F238E27FC236}">
                  <a16:creationId xmlns:a16="http://schemas.microsoft.com/office/drawing/2014/main" id="{1B510D64-2FA5-7E8B-A1F8-2AB6256974C9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4;p25">
              <a:extLst>
                <a:ext uri="{FF2B5EF4-FFF2-40B4-BE49-F238E27FC236}">
                  <a16:creationId xmlns:a16="http://schemas.microsoft.com/office/drawing/2014/main" id="{74F6E482-A0A5-66AB-3F8C-359D18BC2C2E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485;p25">
              <a:extLst>
                <a:ext uri="{FF2B5EF4-FFF2-40B4-BE49-F238E27FC236}">
                  <a16:creationId xmlns:a16="http://schemas.microsoft.com/office/drawing/2014/main" id="{CFFFB530-7D37-0B7C-55DD-BFEB851F598A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Google Shape;486;p25">
            <a:extLst>
              <a:ext uri="{FF2B5EF4-FFF2-40B4-BE49-F238E27FC236}">
                <a16:creationId xmlns:a16="http://schemas.microsoft.com/office/drawing/2014/main" id="{9FAE4BE9-5281-2EA3-24E4-81E55E2FACF3}"/>
              </a:ext>
            </a:extLst>
          </p:cNvPr>
          <p:cNvGrpSpPr/>
          <p:nvPr/>
        </p:nvGrpSpPr>
        <p:grpSpPr>
          <a:xfrm>
            <a:off x="528402" y="2312316"/>
            <a:ext cx="1348725" cy="2227283"/>
            <a:chOff x="844774" y="1956482"/>
            <a:chExt cx="1564200" cy="2583118"/>
          </a:xfrm>
        </p:grpSpPr>
        <p:sp>
          <p:nvSpPr>
            <p:cNvPr id="7" name="Google Shape;487;p25">
              <a:extLst>
                <a:ext uri="{FF2B5EF4-FFF2-40B4-BE49-F238E27FC236}">
                  <a16:creationId xmlns:a16="http://schemas.microsoft.com/office/drawing/2014/main" id="{BF8D4B64-5A11-20AF-8090-A2947B7EF808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" name="Google Shape;488;p25">
              <a:extLst>
                <a:ext uri="{FF2B5EF4-FFF2-40B4-BE49-F238E27FC236}">
                  <a16:creationId xmlns:a16="http://schemas.microsoft.com/office/drawing/2014/main" id="{29E8608C-DF46-DE3E-15BB-11891C3908DF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" name="Google Shape;494;p25">
            <a:extLst>
              <a:ext uri="{FF2B5EF4-FFF2-40B4-BE49-F238E27FC236}">
                <a16:creationId xmlns:a16="http://schemas.microsoft.com/office/drawing/2014/main" id="{A66C42B8-7053-E011-3090-E2E0772FAB0C}"/>
              </a:ext>
            </a:extLst>
          </p:cNvPr>
          <p:cNvGrpSpPr/>
          <p:nvPr/>
        </p:nvGrpSpPr>
        <p:grpSpPr>
          <a:xfrm>
            <a:off x="2145338" y="1927955"/>
            <a:ext cx="1572610" cy="2680420"/>
            <a:chOff x="4754850" y="1600325"/>
            <a:chExt cx="3772191" cy="3108650"/>
          </a:xfrm>
        </p:grpSpPr>
        <p:sp>
          <p:nvSpPr>
            <p:cNvPr id="15" name="Google Shape;495;p25">
              <a:extLst>
                <a:ext uri="{FF2B5EF4-FFF2-40B4-BE49-F238E27FC236}">
                  <a16:creationId xmlns:a16="http://schemas.microsoft.com/office/drawing/2014/main" id="{57CE3CBE-A609-09D0-9CDB-0E3572D4D53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96;p25">
              <a:extLst>
                <a:ext uri="{FF2B5EF4-FFF2-40B4-BE49-F238E27FC236}">
                  <a16:creationId xmlns:a16="http://schemas.microsoft.com/office/drawing/2014/main" id="{A10DFB53-BCFB-2EF1-9C4A-4C49391B238A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" name="Google Shape;497;p25">
              <a:extLst>
                <a:ext uri="{FF2B5EF4-FFF2-40B4-BE49-F238E27FC236}">
                  <a16:creationId xmlns:a16="http://schemas.microsoft.com/office/drawing/2014/main" id="{9F78DEBD-A3CD-999A-8B72-85A3B9D6438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498;p25">
            <a:extLst>
              <a:ext uri="{FF2B5EF4-FFF2-40B4-BE49-F238E27FC236}">
                <a16:creationId xmlns:a16="http://schemas.microsoft.com/office/drawing/2014/main" id="{861762A4-450D-5EA5-01CE-2B2CFF610E4C}"/>
              </a:ext>
            </a:extLst>
          </p:cNvPr>
          <p:cNvGrpSpPr/>
          <p:nvPr/>
        </p:nvGrpSpPr>
        <p:grpSpPr>
          <a:xfrm>
            <a:off x="2200048" y="2329082"/>
            <a:ext cx="1431292" cy="2210519"/>
            <a:chOff x="2757151" y="1975925"/>
            <a:chExt cx="1659958" cy="2563675"/>
          </a:xfrm>
        </p:grpSpPr>
        <p:sp>
          <p:nvSpPr>
            <p:cNvPr id="19" name="Google Shape;499;p25">
              <a:extLst>
                <a:ext uri="{FF2B5EF4-FFF2-40B4-BE49-F238E27FC236}">
                  <a16:creationId xmlns:a16="http://schemas.microsoft.com/office/drawing/2014/main" id="{8B5847B9-97F9-158B-8E26-6DE076C773EE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0" name="Google Shape;500;p25">
              <a:extLst>
                <a:ext uri="{FF2B5EF4-FFF2-40B4-BE49-F238E27FC236}">
                  <a16:creationId xmlns:a16="http://schemas.microsoft.com/office/drawing/2014/main" id="{725AB934-B524-7F33-8ABD-4CD018F87E54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2" name="Google Shape;502;p25">
            <a:extLst>
              <a:ext uri="{FF2B5EF4-FFF2-40B4-BE49-F238E27FC236}">
                <a16:creationId xmlns:a16="http://schemas.microsoft.com/office/drawing/2014/main" id="{40429508-FB5D-CE7A-900D-5B5AD4982DEA}"/>
              </a:ext>
            </a:extLst>
          </p:cNvPr>
          <p:cNvGrpSpPr/>
          <p:nvPr/>
        </p:nvGrpSpPr>
        <p:grpSpPr>
          <a:xfrm>
            <a:off x="3846174" y="1927955"/>
            <a:ext cx="1572610" cy="2680420"/>
            <a:chOff x="4754850" y="1600325"/>
            <a:chExt cx="3772191" cy="3108650"/>
          </a:xfrm>
        </p:grpSpPr>
        <p:sp>
          <p:nvSpPr>
            <p:cNvPr id="23" name="Google Shape;503;p25">
              <a:extLst>
                <a:ext uri="{FF2B5EF4-FFF2-40B4-BE49-F238E27FC236}">
                  <a16:creationId xmlns:a16="http://schemas.microsoft.com/office/drawing/2014/main" id="{F243916C-E4C8-94A2-6E0D-F684A6795AF1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04;p25">
              <a:extLst>
                <a:ext uri="{FF2B5EF4-FFF2-40B4-BE49-F238E27FC236}">
                  <a16:creationId xmlns:a16="http://schemas.microsoft.com/office/drawing/2014/main" id="{84C470FD-1756-8186-DA34-01EE270B4E07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" name="Google Shape;505;p25">
              <a:extLst>
                <a:ext uri="{FF2B5EF4-FFF2-40B4-BE49-F238E27FC236}">
                  <a16:creationId xmlns:a16="http://schemas.microsoft.com/office/drawing/2014/main" id="{40B6B312-84CD-896F-8EC3-44AC43807550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Google Shape;506;p25">
            <a:extLst>
              <a:ext uri="{FF2B5EF4-FFF2-40B4-BE49-F238E27FC236}">
                <a16:creationId xmlns:a16="http://schemas.microsoft.com/office/drawing/2014/main" id="{9AAAD9D8-3A22-F7A0-B94C-0C8D9B29DB2B}"/>
              </a:ext>
            </a:extLst>
          </p:cNvPr>
          <p:cNvGrpSpPr/>
          <p:nvPr/>
        </p:nvGrpSpPr>
        <p:grpSpPr>
          <a:xfrm>
            <a:off x="3909760" y="2329111"/>
            <a:ext cx="1446721" cy="2210493"/>
            <a:chOff x="4729264" y="1975954"/>
            <a:chExt cx="1677852" cy="2563646"/>
          </a:xfrm>
        </p:grpSpPr>
        <p:sp>
          <p:nvSpPr>
            <p:cNvPr id="27" name="Google Shape;507;p25">
              <a:extLst>
                <a:ext uri="{FF2B5EF4-FFF2-40B4-BE49-F238E27FC236}">
                  <a16:creationId xmlns:a16="http://schemas.microsoft.com/office/drawing/2014/main" id="{21994A66-F65D-2E02-0C5D-771CD6A84F1A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8" name="Google Shape;508;p25">
              <a:extLst>
                <a:ext uri="{FF2B5EF4-FFF2-40B4-BE49-F238E27FC236}">
                  <a16:creationId xmlns:a16="http://schemas.microsoft.com/office/drawing/2014/main" id="{8A14FC6D-9D7D-3DF7-9652-5D2F5247508C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0" name="Google Shape;510;p25">
            <a:extLst>
              <a:ext uri="{FF2B5EF4-FFF2-40B4-BE49-F238E27FC236}">
                <a16:creationId xmlns:a16="http://schemas.microsoft.com/office/drawing/2014/main" id="{0FA6D895-BD6D-2C4F-50F2-8FC986EA7449}"/>
              </a:ext>
            </a:extLst>
          </p:cNvPr>
          <p:cNvGrpSpPr/>
          <p:nvPr/>
        </p:nvGrpSpPr>
        <p:grpSpPr>
          <a:xfrm>
            <a:off x="5521611" y="1927955"/>
            <a:ext cx="1572610" cy="2680420"/>
            <a:chOff x="4754850" y="1600325"/>
            <a:chExt cx="3772191" cy="3108650"/>
          </a:xfrm>
        </p:grpSpPr>
        <p:sp>
          <p:nvSpPr>
            <p:cNvPr id="31" name="Google Shape;511;p25">
              <a:extLst>
                <a:ext uri="{FF2B5EF4-FFF2-40B4-BE49-F238E27FC236}">
                  <a16:creationId xmlns:a16="http://schemas.microsoft.com/office/drawing/2014/main" id="{BCEFEFA1-EB7A-0A39-8387-DCBDEC8B0E7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2;p25">
              <a:extLst>
                <a:ext uri="{FF2B5EF4-FFF2-40B4-BE49-F238E27FC236}">
                  <a16:creationId xmlns:a16="http://schemas.microsoft.com/office/drawing/2014/main" id="{FF692B4D-4F1A-8C66-3F8C-6611022C802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" name="Google Shape;513;p25">
              <a:extLst>
                <a:ext uri="{FF2B5EF4-FFF2-40B4-BE49-F238E27FC236}">
                  <a16:creationId xmlns:a16="http://schemas.microsoft.com/office/drawing/2014/main" id="{294204CF-AE8E-02A9-87E9-1782EAF1D9B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Google Shape;514;p25">
            <a:extLst>
              <a:ext uri="{FF2B5EF4-FFF2-40B4-BE49-F238E27FC236}">
                <a16:creationId xmlns:a16="http://schemas.microsoft.com/office/drawing/2014/main" id="{6C7C3B38-C2A9-8C75-B497-4C33757B8F3D}"/>
              </a:ext>
            </a:extLst>
          </p:cNvPr>
          <p:cNvGrpSpPr/>
          <p:nvPr/>
        </p:nvGrpSpPr>
        <p:grpSpPr>
          <a:xfrm>
            <a:off x="5615672" y="2336021"/>
            <a:ext cx="1348725" cy="2203580"/>
            <a:chOff x="6724524" y="1983973"/>
            <a:chExt cx="1564200" cy="2555627"/>
          </a:xfrm>
        </p:grpSpPr>
        <p:sp>
          <p:nvSpPr>
            <p:cNvPr id="35" name="Google Shape;515;p25">
              <a:extLst>
                <a:ext uri="{FF2B5EF4-FFF2-40B4-BE49-F238E27FC236}">
                  <a16:creationId xmlns:a16="http://schemas.microsoft.com/office/drawing/2014/main" id="{E2387461-F76A-CF39-AD51-286F9AB79C57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6" name="Google Shape;516;p25">
              <a:extLst>
                <a:ext uri="{FF2B5EF4-FFF2-40B4-BE49-F238E27FC236}">
                  <a16:creationId xmlns:a16="http://schemas.microsoft.com/office/drawing/2014/main" id="{588DB4C0-0849-8981-C03A-8CE3D69B502B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158E4327-BCA1-067D-AAC7-074FFD3C8E78}"/>
              </a:ext>
            </a:extLst>
          </p:cNvPr>
          <p:cNvGrpSpPr/>
          <p:nvPr/>
        </p:nvGrpSpPr>
        <p:grpSpPr>
          <a:xfrm>
            <a:off x="983436" y="178535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AD4F7593-E696-5FE1-02FF-68B3D9ED7666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495E58D9-A984-6EF9-D8EE-C11644985DB0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521;p25">
            <a:extLst>
              <a:ext uri="{FF2B5EF4-FFF2-40B4-BE49-F238E27FC236}">
                <a16:creationId xmlns:a16="http://schemas.microsoft.com/office/drawing/2014/main" id="{0EA82F32-FEEC-94D0-7A4F-4190EF684603}"/>
              </a:ext>
            </a:extLst>
          </p:cNvPr>
          <p:cNvGrpSpPr/>
          <p:nvPr/>
        </p:nvGrpSpPr>
        <p:grpSpPr>
          <a:xfrm>
            <a:off x="6075786" y="1759084"/>
            <a:ext cx="433537" cy="433537"/>
            <a:chOff x="7014301" y="2017350"/>
            <a:chExt cx="502800" cy="502800"/>
          </a:xfrm>
        </p:grpSpPr>
        <p:sp>
          <p:nvSpPr>
            <p:cNvPr id="42" name="Google Shape;522;p25">
              <a:extLst>
                <a:ext uri="{FF2B5EF4-FFF2-40B4-BE49-F238E27FC236}">
                  <a16:creationId xmlns:a16="http://schemas.microsoft.com/office/drawing/2014/main" id="{93E26535-FD08-470C-2A3B-DB5969F2BEA0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3;p25">
              <a:extLst>
                <a:ext uri="{FF2B5EF4-FFF2-40B4-BE49-F238E27FC236}">
                  <a16:creationId xmlns:a16="http://schemas.microsoft.com/office/drawing/2014/main" id="{41EE6E73-8878-F492-7E9F-AC1AA6AA7E16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525;p25">
            <a:extLst>
              <a:ext uri="{FF2B5EF4-FFF2-40B4-BE49-F238E27FC236}">
                <a16:creationId xmlns:a16="http://schemas.microsoft.com/office/drawing/2014/main" id="{0DAC2D73-066B-7E00-51DC-C509351BA6F5}"/>
              </a:ext>
            </a:extLst>
          </p:cNvPr>
          <p:cNvSpPr/>
          <p:nvPr/>
        </p:nvSpPr>
        <p:spPr>
          <a:xfrm>
            <a:off x="4397789" y="1785266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510;p25">
            <a:extLst>
              <a:ext uri="{FF2B5EF4-FFF2-40B4-BE49-F238E27FC236}">
                <a16:creationId xmlns:a16="http://schemas.microsoft.com/office/drawing/2014/main" id="{592A9E87-9A24-24E6-0DFD-9E45C021F9CD}"/>
              </a:ext>
            </a:extLst>
          </p:cNvPr>
          <p:cNvGrpSpPr/>
          <p:nvPr/>
        </p:nvGrpSpPr>
        <p:grpSpPr>
          <a:xfrm>
            <a:off x="7182771" y="1927955"/>
            <a:ext cx="1572610" cy="2680420"/>
            <a:chOff x="4754850" y="1600325"/>
            <a:chExt cx="3772191" cy="3108650"/>
          </a:xfrm>
        </p:grpSpPr>
        <p:sp>
          <p:nvSpPr>
            <p:cNvPr id="48" name="Google Shape;511;p25">
              <a:extLst>
                <a:ext uri="{FF2B5EF4-FFF2-40B4-BE49-F238E27FC236}">
                  <a16:creationId xmlns:a16="http://schemas.microsoft.com/office/drawing/2014/main" id="{08BFC130-5574-9F17-2D85-32F8D11C1C95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2;p25">
              <a:extLst>
                <a:ext uri="{FF2B5EF4-FFF2-40B4-BE49-F238E27FC236}">
                  <a16:creationId xmlns:a16="http://schemas.microsoft.com/office/drawing/2014/main" id="{1EFCC880-9E8A-56FD-D236-42BDEDB21ACB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" name="Google Shape;513;p25">
              <a:extLst>
                <a:ext uri="{FF2B5EF4-FFF2-40B4-BE49-F238E27FC236}">
                  <a16:creationId xmlns:a16="http://schemas.microsoft.com/office/drawing/2014/main" id="{70632018-0C2E-A28E-310B-AD7A0383AE8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" name="Google Shape;514;p25">
            <a:extLst>
              <a:ext uri="{FF2B5EF4-FFF2-40B4-BE49-F238E27FC236}">
                <a16:creationId xmlns:a16="http://schemas.microsoft.com/office/drawing/2014/main" id="{2057B1B7-4AEE-C430-F482-EC9F1BE045B1}"/>
              </a:ext>
            </a:extLst>
          </p:cNvPr>
          <p:cNvGrpSpPr/>
          <p:nvPr/>
        </p:nvGrpSpPr>
        <p:grpSpPr>
          <a:xfrm>
            <a:off x="7190272" y="2316297"/>
            <a:ext cx="1532498" cy="2223301"/>
            <a:chOff x="6628231" y="1961100"/>
            <a:chExt cx="1777333" cy="2578500"/>
          </a:xfrm>
        </p:grpSpPr>
        <p:sp>
          <p:nvSpPr>
            <p:cNvPr id="52" name="Google Shape;515;p25">
              <a:extLst>
                <a:ext uri="{FF2B5EF4-FFF2-40B4-BE49-F238E27FC236}">
                  <a16:creationId xmlns:a16="http://schemas.microsoft.com/office/drawing/2014/main" id="{0C136F4D-0E95-16EA-EF73-D841EB2760D5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53" name="Google Shape;516;p25">
              <a:extLst>
                <a:ext uri="{FF2B5EF4-FFF2-40B4-BE49-F238E27FC236}">
                  <a16:creationId xmlns:a16="http://schemas.microsoft.com/office/drawing/2014/main" id="{02ABF1F6-55EF-EB08-DC51-13C379270127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55" name="Google Shape;524;p25">
            <a:extLst>
              <a:ext uri="{FF2B5EF4-FFF2-40B4-BE49-F238E27FC236}">
                <a16:creationId xmlns:a16="http://schemas.microsoft.com/office/drawing/2014/main" id="{942AF562-B8EF-2E63-D43C-608E5B11B419}"/>
              </a:ext>
            </a:extLst>
          </p:cNvPr>
          <p:cNvGrpSpPr/>
          <p:nvPr/>
        </p:nvGrpSpPr>
        <p:grpSpPr>
          <a:xfrm>
            <a:off x="7772648" y="1767399"/>
            <a:ext cx="433623" cy="433623"/>
            <a:chOff x="858700" y="1967475"/>
            <a:chExt cx="605100" cy="605100"/>
          </a:xfrm>
        </p:grpSpPr>
        <p:sp>
          <p:nvSpPr>
            <p:cNvPr id="56" name="Google Shape;525;p25">
              <a:extLst>
                <a:ext uri="{FF2B5EF4-FFF2-40B4-BE49-F238E27FC236}">
                  <a16:creationId xmlns:a16="http://schemas.microsoft.com/office/drawing/2014/main" id="{3FF76341-8586-4034-2112-7F6949CF8EE6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26;p25">
              <a:extLst>
                <a:ext uri="{FF2B5EF4-FFF2-40B4-BE49-F238E27FC236}">
                  <a16:creationId xmlns:a16="http://schemas.microsoft.com/office/drawing/2014/main" id="{7974864B-71BD-B214-1F9C-9DB67D97F2F7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" name="Graphic 58" descr="Pencil with solid fill">
            <a:extLst>
              <a:ext uri="{FF2B5EF4-FFF2-40B4-BE49-F238E27FC236}">
                <a16:creationId xmlns:a16="http://schemas.microsoft.com/office/drawing/2014/main" id="{8DEDA6A9-F2CE-04D9-F49B-9B353B667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1810661"/>
            <a:ext cx="356951" cy="3569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5059C7-EC4F-F44C-C6D4-7C43789857F3}"/>
              </a:ext>
            </a:extLst>
          </p:cNvPr>
          <p:cNvGrpSpPr/>
          <p:nvPr/>
        </p:nvGrpSpPr>
        <p:grpSpPr>
          <a:xfrm>
            <a:off x="2692694" y="1787435"/>
            <a:ext cx="444980" cy="446767"/>
            <a:chOff x="2692694" y="1787435"/>
            <a:chExt cx="444980" cy="446767"/>
          </a:xfrm>
        </p:grpSpPr>
        <p:sp>
          <p:nvSpPr>
            <p:cNvPr id="11" name="Google Shape;491;p25">
              <a:extLst>
                <a:ext uri="{FF2B5EF4-FFF2-40B4-BE49-F238E27FC236}">
                  <a16:creationId xmlns:a16="http://schemas.microsoft.com/office/drawing/2014/main" id="{5BB4D8D5-3419-306A-D40F-26DAA4F90DEC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" name="Graphic 60" descr="Single gear with solid fill">
              <a:extLst>
                <a:ext uri="{FF2B5EF4-FFF2-40B4-BE49-F238E27FC236}">
                  <a16:creationId xmlns:a16="http://schemas.microsoft.com/office/drawing/2014/main" id="{4CB03DFB-F16F-ECE7-DE52-BC14AAF35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728A19D5-7190-B1F3-0E37-4AD46820CBA3}"/>
              </a:ext>
            </a:extLst>
          </p:cNvPr>
          <p:cNvSpPr txBox="1"/>
          <p:nvPr/>
        </p:nvSpPr>
        <p:spPr>
          <a:xfrm>
            <a:off x="647633" y="2965753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CB748D-1226-F1B0-05F4-8FBF053BB4E5}"/>
              </a:ext>
            </a:extLst>
          </p:cNvPr>
          <p:cNvSpPr txBox="1"/>
          <p:nvPr/>
        </p:nvSpPr>
        <p:spPr>
          <a:xfrm>
            <a:off x="2235766" y="2950783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65D663-38DC-7992-CC95-B415B979D25B}"/>
              </a:ext>
            </a:extLst>
          </p:cNvPr>
          <p:cNvSpPr txBox="1"/>
          <p:nvPr/>
        </p:nvSpPr>
        <p:spPr>
          <a:xfrm>
            <a:off x="3985622" y="2948214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7471FEEF-0C79-73DB-F8D0-593CAEEB44BF}"/>
              </a:ext>
            </a:extLst>
          </p:cNvPr>
          <p:cNvSpPr txBox="1"/>
          <p:nvPr/>
        </p:nvSpPr>
        <p:spPr>
          <a:xfrm>
            <a:off x="5615529" y="2942167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FA26FE4-D106-30C0-0965-F527CE9A2D77}"/>
              </a:ext>
            </a:extLst>
          </p:cNvPr>
          <p:cNvSpPr txBox="1"/>
          <p:nvPr/>
        </p:nvSpPr>
        <p:spPr>
          <a:xfrm>
            <a:off x="7276687" y="3008941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C98E1C6A-48F7-22FC-F033-A3FA12704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276CB8C7-5CB6-0DF1-399C-373CD599FC1F}"/>
              </a:ext>
            </a:extLst>
          </p:cNvPr>
          <p:cNvGrpSpPr/>
          <p:nvPr/>
        </p:nvGrpSpPr>
        <p:grpSpPr>
          <a:xfrm>
            <a:off x="464648" y="83900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2A4C67A4-A278-7985-36A0-0B16FF32CA13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9E54FE09-F443-3E1A-530C-4276E1C41958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F972AF45-60EE-83F4-D9CD-6F9CDB1D5338}"/>
              </a:ext>
            </a:extLst>
          </p:cNvPr>
          <p:cNvSpPr txBox="1"/>
          <p:nvPr/>
        </p:nvSpPr>
        <p:spPr>
          <a:xfrm>
            <a:off x="893131" y="895413"/>
            <a:ext cx="242918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Contexte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60" name="Google Shape;482;p25">
            <a:extLst>
              <a:ext uri="{FF2B5EF4-FFF2-40B4-BE49-F238E27FC236}">
                <a16:creationId xmlns:a16="http://schemas.microsoft.com/office/drawing/2014/main" id="{F600AF25-6D66-BA78-730D-B0050054681B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61" name="Google Shape;483;p25">
              <a:extLst>
                <a:ext uri="{FF2B5EF4-FFF2-40B4-BE49-F238E27FC236}">
                  <a16:creationId xmlns:a16="http://schemas.microsoft.com/office/drawing/2014/main" id="{74338EF1-4A71-E7C6-B14E-33D06898FD1B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84;p25">
              <a:extLst>
                <a:ext uri="{FF2B5EF4-FFF2-40B4-BE49-F238E27FC236}">
                  <a16:creationId xmlns:a16="http://schemas.microsoft.com/office/drawing/2014/main" id="{8B17D3AC-54BB-2F33-C1B5-C22C02E63E3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3" name="Google Shape;485;p25">
              <a:extLst>
                <a:ext uri="{FF2B5EF4-FFF2-40B4-BE49-F238E27FC236}">
                  <a16:creationId xmlns:a16="http://schemas.microsoft.com/office/drawing/2014/main" id="{8C8E6D8F-F8F3-C9F9-4CEA-5CF13E44679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" name="Google Shape;486;p25">
            <a:extLst>
              <a:ext uri="{FF2B5EF4-FFF2-40B4-BE49-F238E27FC236}">
                <a16:creationId xmlns:a16="http://schemas.microsoft.com/office/drawing/2014/main" id="{12348852-5FAC-B972-436D-62F981970B93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65" name="Google Shape;487;p25">
              <a:extLst>
                <a:ext uri="{FF2B5EF4-FFF2-40B4-BE49-F238E27FC236}">
                  <a16:creationId xmlns:a16="http://schemas.microsoft.com/office/drawing/2014/main" id="{E09BF011-F132-9D44-6AEC-CC26200F64E2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66" name="Google Shape;488;p25">
              <a:extLst>
                <a:ext uri="{FF2B5EF4-FFF2-40B4-BE49-F238E27FC236}">
                  <a16:creationId xmlns:a16="http://schemas.microsoft.com/office/drawing/2014/main" id="{67D93F43-1620-1ABA-442C-DE9582C9BA5A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67" name="Google Shape;494;p25">
            <a:extLst>
              <a:ext uri="{FF2B5EF4-FFF2-40B4-BE49-F238E27FC236}">
                <a16:creationId xmlns:a16="http://schemas.microsoft.com/office/drawing/2014/main" id="{1ED29A59-0D8B-484D-A2E1-8F9DDEB89906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68" name="Google Shape;495;p25">
              <a:extLst>
                <a:ext uri="{FF2B5EF4-FFF2-40B4-BE49-F238E27FC236}">
                  <a16:creationId xmlns:a16="http://schemas.microsoft.com/office/drawing/2014/main" id="{54BDF58C-70F0-0F75-67D3-3C53D4ACD04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96;p25">
              <a:extLst>
                <a:ext uri="{FF2B5EF4-FFF2-40B4-BE49-F238E27FC236}">
                  <a16:creationId xmlns:a16="http://schemas.microsoft.com/office/drawing/2014/main" id="{D1904655-02E1-24AB-6B9C-B3C670523E55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0" name="Google Shape;497;p25">
              <a:extLst>
                <a:ext uri="{FF2B5EF4-FFF2-40B4-BE49-F238E27FC236}">
                  <a16:creationId xmlns:a16="http://schemas.microsoft.com/office/drawing/2014/main" id="{C1B35264-0A77-BAEA-DA21-33C7DAA0EE9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" name="Google Shape;498;p25">
            <a:extLst>
              <a:ext uri="{FF2B5EF4-FFF2-40B4-BE49-F238E27FC236}">
                <a16:creationId xmlns:a16="http://schemas.microsoft.com/office/drawing/2014/main" id="{2D244F1B-3452-E42F-4605-104858E6551D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72" name="Google Shape;499;p25">
              <a:extLst>
                <a:ext uri="{FF2B5EF4-FFF2-40B4-BE49-F238E27FC236}">
                  <a16:creationId xmlns:a16="http://schemas.microsoft.com/office/drawing/2014/main" id="{14D0F4EB-13EF-A152-611C-5841A23A92D6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73" name="Google Shape;500;p25">
              <a:extLst>
                <a:ext uri="{FF2B5EF4-FFF2-40B4-BE49-F238E27FC236}">
                  <a16:creationId xmlns:a16="http://schemas.microsoft.com/office/drawing/2014/main" id="{7B8B96A5-313A-E62B-611A-615774BBDFE3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74" name="Google Shape;502;p25">
            <a:extLst>
              <a:ext uri="{FF2B5EF4-FFF2-40B4-BE49-F238E27FC236}">
                <a16:creationId xmlns:a16="http://schemas.microsoft.com/office/drawing/2014/main" id="{42794EE9-CFFC-F861-E490-4533BFDF67F9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75" name="Google Shape;503;p25">
              <a:extLst>
                <a:ext uri="{FF2B5EF4-FFF2-40B4-BE49-F238E27FC236}">
                  <a16:creationId xmlns:a16="http://schemas.microsoft.com/office/drawing/2014/main" id="{C7DCC19B-FCCE-520F-FC2E-121ACDC75BB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04;p25">
              <a:extLst>
                <a:ext uri="{FF2B5EF4-FFF2-40B4-BE49-F238E27FC236}">
                  <a16:creationId xmlns:a16="http://schemas.microsoft.com/office/drawing/2014/main" id="{453B0AD6-F6A8-D2B0-48E4-E08AB41A2AE4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7" name="Google Shape;505;p25">
              <a:extLst>
                <a:ext uri="{FF2B5EF4-FFF2-40B4-BE49-F238E27FC236}">
                  <a16:creationId xmlns:a16="http://schemas.microsoft.com/office/drawing/2014/main" id="{609FAD4A-A3F7-EA6B-2709-1358B58FC1F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" name="Google Shape;506;p25">
            <a:extLst>
              <a:ext uri="{FF2B5EF4-FFF2-40B4-BE49-F238E27FC236}">
                <a16:creationId xmlns:a16="http://schemas.microsoft.com/office/drawing/2014/main" id="{39AA3135-517A-A3B2-D1D0-FC54FA6058BF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79" name="Google Shape;507;p25">
              <a:extLst>
                <a:ext uri="{FF2B5EF4-FFF2-40B4-BE49-F238E27FC236}">
                  <a16:creationId xmlns:a16="http://schemas.microsoft.com/office/drawing/2014/main" id="{34708B44-A936-A77D-5CD6-BF9FD68A069F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0" name="Google Shape;508;p25">
              <a:extLst>
                <a:ext uri="{FF2B5EF4-FFF2-40B4-BE49-F238E27FC236}">
                  <a16:creationId xmlns:a16="http://schemas.microsoft.com/office/drawing/2014/main" id="{6547936C-1F1E-96A4-1376-A7A2AD8A05D2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81" name="Google Shape;510;p25">
            <a:extLst>
              <a:ext uri="{FF2B5EF4-FFF2-40B4-BE49-F238E27FC236}">
                <a16:creationId xmlns:a16="http://schemas.microsoft.com/office/drawing/2014/main" id="{EFE888C7-9DE9-8E7E-DCB6-7BB36D38FBBA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82" name="Google Shape;511;p25">
              <a:extLst>
                <a:ext uri="{FF2B5EF4-FFF2-40B4-BE49-F238E27FC236}">
                  <a16:creationId xmlns:a16="http://schemas.microsoft.com/office/drawing/2014/main" id="{E0E5CE13-B95E-65AE-4D5A-9E53099183C9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12;p25">
              <a:extLst>
                <a:ext uri="{FF2B5EF4-FFF2-40B4-BE49-F238E27FC236}">
                  <a16:creationId xmlns:a16="http://schemas.microsoft.com/office/drawing/2014/main" id="{E50A4D67-0D67-AE10-2505-99D8F0675D32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4" name="Google Shape;513;p25">
              <a:extLst>
                <a:ext uri="{FF2B5EF4-FFF2-40B4-BE49-F238E27FC236}">
                  <a16:creationId xmlns:a16="http://schemas.microsoft.com/office/drawing/2014/main" id="{BB2E8141-C2FD-0566-850A-8C6992E1804C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5" name="Google Shape;514;p25">
            <a:extLst>
              <a:ext uri="{FF2B5EF4-FFF2-40B4-BE49-F238E27FC236}">
                <a16:creationId xmlns:a16="http://schemas.microsoft.com/office/drawing/2014/main" id="{61C961BF-8022-FB1B-36BB-AD2B405416DA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86" name="Google Shape;515;p25">
              <a:extLst>
                <a:ext uri="{FF2B5EF4-FFF2-40B4-BE49-F238E27FC236}">
                  <a16:creationId xmlns:a16="http://schemas.microsoft.com/office/drawing/2014/main" id="{E98AB89D-33B0-7644-9816-36A29DBE4969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7" name="Google Shape;516;p25">
              <a:extLst>
                <a:ext uri="{FF2B5EF4-FFF2-40B4-BE49-F238E27FC236}">
                  <a16:creationId xmlns:a16="http://schemas.microsoft.com/office/drawing/2014/main" id="{7ECAFB77-AF0F-D4D2-5F3C-65D8BA349DAE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88" name="Google Shape;518;p25">
            <a:extLst>
              <a:ext uri="{FF2B5EF4-FFF2-40B4-BE49-F238E27FC236}">
                <a16:creationId xmlns:a16="http://schemas.microsoft.com/office/drawing/2014/main" id="{30D880D7-78F1-31E3-F64A-82E5111C22D3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89" name="Google Shape;519;p25">
              <a:extLst>
                <a:ext uri="{FF2B5EF4-FFF2-40B4-BE49-F238E27FC236}">
                  <a16:creationId xmlns:a16="http://schemas.microsoft.com/office/drawing/2014/main" id="{1758BC28-4AF1-C180-4DDB-16B11FC90457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520;p25">
              <a:extLst>
                <a:ext uri="{FF2B5EF4-FFF2-40B4-BE49-F238E27FC236}">
                  <a16:creationId xmlns:a16="http://schemas.microsoft.com/office/drawing/2014/main" id="{326A93A6-F5C1-8422-167D-5B68C5E78F03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521;p25">
            <a:extLst>
              <a:ext uri="{FF2B5EF4-FFF2-40B4-BE49-F238E27FC236}">
                <a16:creationId xmlns:a16="http://schemas.microsoft.com/office/drawing/2014/main" id="{694AA1CB-61DE-3329-7095-D201046634EB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92" name="Google Shape;522;p25">
              <a:extLst>
                <a:ext uri="{FF2B5EF4-FFF2-40B4-BE49-F238E27FC236}">
                  <a16:creationId xmlns:a16="http://schemas.microsoft.com/office/drawing/2014/main" id="{E5894EDA-E70E-E63A-845A-62FA335DBE98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23;p25">
              <a:extLst>
                <a:ext uri="{FF2B5EF4-FFF2-40B4-BE49-F238E27FC236}">
                  <a16:creationId xmlns:a16="http://schemas.microsoft.com/office/drawing/2014/main" id="{3D40CDC9-9362-17F4-245E-62BCAB5E5ED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525;p25">
            <a:extLst>
              <a:ext uri="{FF2B5EF4-FFF2-40B4-BE49-F238E27FC236}">
                <a16:creationId xmlns:a16="http://schemas.microsoft.com/office/drawing/2014/main" id="{F803D998-3448-DA63-52B6-FAB9A60D1BDA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" name="Google Shape;510;p25">
            <a:extLst>
              <a:ext uri="{FF2B5EF4-FFF2-40B4-BE49-F238E27FC236}">
                <a16:creationId xmlns:a16="http://schemas.microsoft.com/office/drawing/2014/main" id="{07F1456A-1AF2-629E-96D9-D0D18CD3CE09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96" name="Google Shape;511;p25">
              <a:extLst>
                <a:ext uri="{FF2B5EF4-FFF2-40B4-BE49-F238E27FC236}">
                  <a16:creationId xmlns:a16="http://schemas.microsoft.com/office/drawing/2014/main" id="{48467863-F25D-1EF4-6A15-C69CB8878DE9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12;p25">
              <a:extLst>
                <a:ext uri="{FF2B5EF4-FFF2-40B4-BE49-F238E27FC236}">
                  <a16:creationId xmlns:a16="http://schemas.microsoft.com/office/drawing/2014/main" id="{6B3FCC75-CA3B-34F9-6799-4BC02F1CF39C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8" name="Google Shape;513;p25">
              <a:extLst>
                <a:ext uri="{FF2B5EF4-FFF2-40B4-BE49-F238E27FC236}">
                  <a16:creationId xmlns:a16="http://schemas.microsoft.com/office/drawing/2014/main" id="{06B6358B-E381-461D-921C-344555F97936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" name="Google Shape;514;p25">
            <a:extLst>
              <a:ext uri="{FF2B5EF4-FFF2-40B4-BE49-F238E27FC236}">
                <a16:creationId xmlns:a16="http://schemas.microsoft.com/office/drawing/2014/main" id="{F5CE82CC-0819-E18C-7116-0C6507EC8909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100" name="Google Shape;515;p25">
              <a:extLst>
                <a:ext uri="{FF2B5EF4-FFF2-40B4-BE49-F238E27FC236}">
                  <a16:creationId xmlns:a16="http://schemas.microsoft.com/office/drawing/2014/main" id="{D250829E-B27A-B737-C855-302C7CDF5F37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01" name="Google Shape;516;p25">
              <a:extLst>
                <a:ext uri="{FF2B5EF4-FFF2-40B4-BE49-F238E27FC236}">
                  <a16:creationId xmlns:a16="http://schemas.microsoft.com/office/drawing/2014/main" id="{A7ABAD24-1F6A-7EEE-A3FE-0943D0D0B63B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02" name="Google Shape;524;p25">
            <a:extLst>
              <a:ext uri="{FF2B5EF4-FFF2-40B4-BE49-F238E27FC236}">
                <a16:creationId xmlns:a16="http://schemas.microsoft.com/office/drawing/2014/main" id="{1C7D459C-0396-E7A5-924D-52B66E0AC9A3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103" name="Google Shape;525;p25">
              <a:extLst>
                <a:ext uri="{FF2B5EF4-FFF2-40B4-BE49-F238E27FC236}">
                  <a16:creationId xmlns:a16="http://schemas.microsoft.com/office/drawing/2014/main" id="{F97165A3-45A7-0D84-01D4-357D5CBD8204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526;p25">
              <a:extLst>
                <a:ext uri="{FF2B5EF4-FFF2-40B4-BE49-F238E27FC236}">
                  <a16:creationId xmlns:a16="http://schemas.microsoft.com/office/drawing/2014/main" id="{9F5519CD-1E8F-6773-26A8-BE0D40CAAAF0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5" name="Graphic 104" descr="Pencil with solid fill">
            <a:extLst>
              <a:ext uri="{FF2B5EF4-FFF2-40B4-BE49-F238E27FC236}">
                <a16:creationId xmlns:a16="http://schemas.microsoft.com/office/drawing/2014/main" id="{100FF563-13BE-26B1-B2F9-62AD76C35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D4B227D-4D8F-7B98-4FEF-889E52598F07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107" name="Google Shape;491;p25">
              <a:extLst>
                <a:ext uri="{FF2B5EF4-FFF2-40B4-BE49-F238E27FC236}">
                  <a16:creationId xmlns:a16="http://schemas.microsoft.com/office/drawing/2014/main" id="{485C523A-29F5-34FC-249D-5D349F0ED5CE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" name="Graphic 107" descr="Single gear with solid fill">
              <a:extLst>
                <a:ext uri="{FF2B5EF4-FFF2-40B4-BE49-F238E27FC236}">
                  <a16:creationId xmlns:a16="http://schemas.microsoft.com/office/drawing/2014/main" id="{D487E807-5798-4ABE-9ED7-FDA3E90F8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1FE9B21C-FAAC-01D5-4ABD-6B1A0A50A46B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138A116-81BD-33DC-F5C3-0ADA7A064270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99C2317-9B12-A23D-5DDA-021048AD4083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881D334-7124-E752-99EC-F3B113D62564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FED1E08-7B90-D1D6-2C67-8D99479D78AF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grpSp>
        <p:nvGrpSpPr>
          <p:cNvPr id="114" name="Google Shape;879;p36">
            <a:extLst>
              <a:ext uri="{FF2B5EF4-FFF2-40B4-BE49-F238E27FC236}">
                <a16:creationId xmlns:a16="http://schemas.microsoft.com/office/drawing/2014/main" id="{B64748D7-2DEE-D04E-074B-6D0749415C3C}"/>
              </a:ext>
            </a:extLst>
          </p:cNvPr>
          <p:cNvGrpSpPr/>
          <p:nvPr/>
        </p:nvGrpSpPr>
        <p:grpSpPr>
          <a:xfrm>
            <a:off x="839658" y="1506775"/>
            <a:ext cx="7717469" cy="3215298"/>
            <a:chOff x="715100" y="1600325"/>
            <a:chExt cx="2361448" cy="1435289"/>
          </a:xfrm>
        </p:grpSpPr>
        <p:sp>
          <p:nvSpPr>
            <p:cNvPr id="115" name="Google Shape;880;p36">
              <a:extLst>
                <a:ext uri="{FF2B5EF4-FFF2-40B4-BE49-F238E27FC236}">
                  <a16:creationId xmlns:a16="http://schemas.microsoft.com/office/drawing/2014/main" id="{CE5B6BE6-066A-C35F-7394-C7DF6BF656FD}"/>
                </a:ext>
              </a:extLst>
            </p:cNvPr>
            <p:cNvSpPr/>
            <p:nvPr/>
          </p:nvSpPr>
          <p:spPr>
            <a:xfrm>
              <a:off x="760848" y="1691841"/>
              <a:ext cx="2315700" cy="1343773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881;p36">
              <a:extLst>
                <a:ext uri="{FF2B5EF4-FFF2-40B4-BE49-F238E27FC236}">
                  <a16:creationId xmlns:a16="http://schemas.microsoft.com/office/drawing/2014/main" id="{12C840CB-725F-F9AF-B5EF-AE495F66F7A3}"/>
                </a:ext>
              </a:extLst>
            </p:cNvPr>
            <p:cNvSpPr/>
            <p:nvPr/>
          </p:nvSpPr>
          <p:spPr>
            <a:xfrm>
              <a:off x="715100" y="16003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F3D385E-035A-7FC9-2894-9C0B7C89B49D}"/>
              </a:ext>
            </a:extLst>
          </p:cNvPr>
          <p:cNvSpPr txBox="1"/>
          <p:nvPr/>
        </p:nvSpPr>
        <p:spPr>
          <a:xfrm>
            <a:off x="983436" y="1708971"/>
            <a:ext cx="73033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>
                <a:latin typeface="Karla" pitchFamily="2" charset="0"/>
                <a:cs typeface="Rubik Black" panose="020B0604020202020204" charset="-79"/>
              </a:rPr>
              <a:t>L’objectif de </a:t>
            </a:r>
            <a:r>
              <a:rPr lang="fr-CA" sz="1600" err="1">
                <a:latin typeface="Karla" pitchFamily="2" charset="0"/>
                <a:cs typeface="Rubik Black" panose="020B0604020202020204" charset="-79"/>
              </a:rPr>
              <a:t>Sapienta</a:t>
            </a:r>
            <a:r>
              <a:rPr lang="fr-CA" sz="1600">
                <a:latin typeface="Karla" pitchFamily="2" charset="0"/>
                <a:cs typeface="Rubik Black" panose="020B0604020202020204" charset="-79"/>
              </a:rPr>
              <a:t> est de rassembler les étudiants et leurs mentors en un point de service. Nous valorisons la croissance académique et le partage de contenu éducatif pour tous. </a:t>
            </a:r>
          </a:p>
          <a:p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r>
              <a:rPr lang="fr-CA" sz="1600" err="1">
                <a:latin typeface="Karla" pitchFamily="2" charset="0"/>
                <a:cs typeface="Rubik Black" panose="020B0604020202020204" charset="-79"/>
              </a:rPr>
              <a:t>Sapienta</a:t>
            </a:r>
            <a:r>
              <a:rPr lang="fr-CA" sz="1600">
                <a:latin typeface="Karla" pitchFamily="2" charset="0"/>
                <a:cs typeface="Rubik Black" panose="020B0604020202020204" charset="-79"/>
              </a:rPr>
              <a:t> permet à de petites  équipes de conglomérer le savoir des mentors et étudiants en ligne afin que ces derniers puissent avoir accès au matériel éducatif à jour.</a:t>
            </a:r>
          </a:p>
          <a:p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r>
              <a:rPr lang="fr-CA" sz="1600">
                <a:latin typeface="Karla" pitchFamily="2" charset="0"/>
                <a:cs typeface="Rubik Black" panose="020B0604020202020204" charset="-79"/>
              </a:rPr>
              <a:t>L’API offre trois rôles distincts, ce qui permet une répartition des responsabilités ainsi qu’une cohérence avec l’équipe existante.</a:t>
            </a:r>
          </a:p>
        </p:txBody>
      </p:sp>
    </p:spTree>
    <p:extLst>
      <p:ext uri="{BB962C8B-B14F-4D97-AF65-F5344CB8AC3E}">
        <p14:creationId xmlns:p14="http://schemas.microsoft.com/office/powerpoint/2010/main" val="1023936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27F91C5E-592C-E298-7C99-345F8B880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EAF6FFEA-F740-680F-61BE-BF8D057C1259}"/>
              </a:ext>
            </a:extLst>
          </p:cNvPr>
          <p:cNvGrpSpPr/>
          <p:nvPr/>
        </p:nvGrpSpPr>
        <p:grpSpPr>
          <a:xfrm>
            <a:off x="464648" y="83900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1367D214-2EA3-01FE-7775-2A6BA713EF74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3E7530A1-C30D-9D70-9AF8-9F4EFE0544EC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6F0EBEFB-B1C8-5B62-D457-E702E13A2379}"/>
              </a:ext>
            </a:extLst>
          </p:cNvPr>
          <p:cNvSpPr txBox="1"/>
          <p:nvPr/>
        </p:nvSpPr>
        <p:spPr>
          <a:xfrm>
            <a:off x="893131" y="895413"/>
            <a:ext cx="242918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Contexte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60" name="Google Shape;482;p25">
            <a:extLst>
              <a:ext uri="{FF2B5EF4-FFF2-40B4-BE49-F238E27FC236}">
                <a16:creationId xmlns:a16="http://schemas.microsoft.com/office/drawing/2014/main" id="{332A8029-5782-A63C-F81C-1B3E50BA3C94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61" name="Google Shape;483;p25">
              <a:extLst>
                <a:ext uri="{FF2B5EF4-FFF2-40B4-BE49-F238E27FC236}">
                  <a16:creationId xmlns:a16="http://schemas.microsoft.com/office/drawing/2014/main" id="{2516D4F6-6E40-3836-D8B0-CD11A3EF554E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484;p25">
              <a:extLst>
                <a:ext uri="{FF2B5EF4-FFF2-40B4-BE49-F238E27FC236}">
                  <a16:creationId xmlns:a16="http://schemas.microsoft.com/office/drawing/2014/main" id="{A29988CC-16F2-80A5-2CC2-7E1BEA58B959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3" name="Google Shape;485;p25">
              <a:extLst>
                <a:ext uri="{FF2B5EF4-FFF2-40B4-BE49-F238E27FC236}">
                  <a16:creationId xmlns:a16="http://schemas.microsoft.com/office/drawing/2014/main" id="{21528FE1-C3B0-2B9C-2DE3-D2A5ADC27948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" name="Google Shape;486;p25">
            <a:extLst>
              <a:ext uri="{FF2B5EF4-FFF2-40B4-BE49-F238E27FC236}">
                <a16:creationId xmlns:a16="http://schemas.microsoft.com/office/drawing/2014/main" id="{9D9ADCE8-B569-5DE1-93DA-6DE583D91A1B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65" name="Google Shape;487;p25">
              <a:extLst>
                <a:ext uri="{FF2B5EF4-FFF2-40B4-BE49-F238E27FC236}">
                  <a16:creationId xmlns:a16="http://schemas.microsoft.com/office/drawing/2014/main" id="{E16CE603-7A22-00EF-0428-0802CE1EE768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66" name="Google Shape;488;p25">
              <a:extLst>
                <a:ext uri="{FF2B5EF4-FFF2-40B4-BE49-F238E27FC236}">
                  <a16:creationId xmlns:a16="http://schemas.microsoft.com/office/drawing/2014/main" id="{6BF46D96-94D9-B9A6-EB90-7887A5AD5D85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67" name="Google Shape;494;p25">
            <a:extLst>
              <a:ext uri="{FF2B5EF4-FFF2-40B4-BE49-F238E27FC236}">
                <a16:creationId xmlns:a16="http://schemas.microsoft.com/office/drawing/2014/main" id="{06089A14-5F43-34BD-F587-4B29A2F8663E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68" name="Google Shape;495;p25">
              <a:extLst>
                <a:ext uri="{FF2B5EF4-FFF2-40B4-BE49-F238E27FC236}">
                  <a16:creationId xmlns:a16="http://schemas.microsoft.com/office/drawing/2014/main" id="{C178CC8B-A95B-9127-547E-8D52BAE4017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496;p25">
              <a:extLst>
                <a:ext uri="{FF2B5EF4-FFF2-40B4-BE49-F238E27FC236}">
                  <a16:creationId xmlns:a16="http://schemas.microsoft.com/office/drawing/2014/main" id="{0ECF109A-CDAA-67BA-888C-F64C20822ADA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0" name="Google Shape;497;p25">
              <a:extLst>
                <a:ext uri="{FF2B5EF4-FFF2-40B4-BE49-F238E27FC236}">
                  <a16:creationId xmlns:a16="http://schemas.microsoft.com/office/drawing/2014/main" id="{6E47B9C6-3454-48CB-CCD2-8E1743E05C5C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" name="Google Shape;498;p25">
            <a:extLst>
              <a:ext uri="{FF2B5EF4-FFF2-40B4-BE49-F238E27FC236}">
                <a16:creationId xmlns:a16="http://schemas.microsoft.com/office/drawing/2014/main" id="{940A04F1-30B6-1CE8-6301-9101A62A6A53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72" name="Google Shape;499;p25">
              <a:extLst>
                <a:ext uri="{FF2B5EF4-FFF2-40B4-BE49-F238E27FC236}">
                  <a16:creationId xmlns:a16="http://schemas.microsoft.com/office/drawing/2014/main" id="{23E83122-018F-9A4F-58A6-20503914FF80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73" name="Google Shape;500;p25">
              <a:extLst>
                <a:ext uri="{FF2B5EF4-FFF2-40B4-BE49-F238E27FC236}">
                  <a16:creationId xmlns:a16="http://schemas.microsoft.com/office/drawing/2014/main" id="{85D94F62-8239-3EE3-6953-3787338A9283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74" name="Google Shape;502;p25">
            <a:extLst>
              <a:ext uri="{FF2B5EF4-FFF2-40B4-BE49-F238E27FC236}">
                <a16:creationId xmlns:a16="http://schemas.microsoft.com/office/drawing/2014/main" id="{256A97D9-80AE-6B37-72C8-E480F752C9AA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75" name="Google Shape;503;p25">
              <a:extLst>
                <a:ext uri="{FF2B5EF4-FFF2-40B4-BE49-F238E27FC236}">
                  <a16:creationId xmlns:a16="http://schemas.microsoft.com/office/drawing/2014/main" id="{9F81EE31-0B3E-6114-7917-D904ACBBBDAB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504;p25">
              <a:extLst>
                <a:ext uri="{FF2B5EF4-FFF2-40B4-BE49-F238E27FC236}">
                  <a16:creationId xmlns:a16="http://schemas.microsoft.com/office/drawing/2014/main" id="{B74C1B14-D983-C908-883E-4889282FC603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7" name="Google Shape;505;p25">
              <a:extLst>
                <a:ext uri="{FF2B5EF4-FFF2-40B4-BE49-F238E27FC236}">
                  <a16:creationId xmlns:a16="http://schemas.microsoft.com/office/drawing/2014/main" id="{92D47714-5C7E-7376-6E79-DC93AE26E68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8" name="Google Shape;506;p25">
            <a:extLst>
              <a:ext uri="{FF2B5EF4-FFF2-40B4-BE49-F238E27FC236}">
                <a16:creationId xmlns:a16="http://schemas.microsoft.com/office/drawing/2014/main" id="{250BB57E-A565-5A56-BE1D-7EF4E50F93A1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79" name="Google Shape;507;p25">
              <a:extLst>
                <a:ext uri="{FF2B5EF4-FFF2-40B4-BE49-F238E27FC236}">
                  <a16:creationId xmlns:a16="http://schemas.microsoft.com/office/drawing/2014/main" id="{5C80303B-5C10-F377-B715-17BEA4279E8F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0" name="Google Shape;508;p25">
              <a:extLst>
                <a:ext uri="{FF2B5EF4-FFF2-40B4-BE49-F238E27FC236}">
                  <a16:creationId xmlns:a16="http://schemas.microsoft.com/office/drawing/2014/main" id="{B733CC9D-AC30-97EA-32AD-84EC79F49541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81" name="Google Shape;510;p25">
            <a:extLst>
              <a:ext uri="{FF2B5EF4-FFF2-40B4-BE49-F238E27FC236}">
                <a16:creationId xmlns:a16="http://schemas.microsoft.com/office/drawing/2014/main" id="{E407A652-6478-E54E-D2F0-A2AF1909A482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82" name="Google Shape;511;p25">
              <a:extLst>
                <a:ext uri="{FF2B5EF4-FFF2-40B4-BE49-F238E27FC236}">
                  <a16:creationId xmlns:a16="http://schemas.microsoft.com/office/drawing/2014/main" id="{D2E0DCBB-D851-F411-703C-9078B6A69B7D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512;p25">
              <a:extLst>
                <a:ext uri="{FF2B5EF4-FFF2-40B4-BE49-F238E27FC236}">
                  <a16:creationId xmlns:a16="http://schemas.microsoft.com/office/drawing/2014/main" id="{10EE2026-BE1D-ECA7-D116-C6C94AD11216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4" name="Google Shape;513;p25">
              <a:extLst>
                <a:ext uri="{FF2B5EF4-FFF2-40B4-BE49-F238E27FC236}">
                  <a16:creationId xmlns:a16="http://schemas.microsoft.com/office/drawing/2014/main" id="{419BD221-FA96-CC7A-30C2-A55F22FD786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5" name="Google Shape;514;p25">
            <a:extLst>
              <a:ext uri="{FF2B5EF4-FFF2-40B4-BE49-F238E27FC236}">
                <a16:creationId xmlns:a16="http://schemas.microsoft.com/office/drawing/2014/main" id="{F446FCBD-DC09-B7FF-DFBC-33AC1A66E866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86" name="Google Shape;515;p25">
              <a:extLst>
                <a:ext uri="{FF2B5EF4-FFF2-40B4-BE49-F238E27FC236}">
                  <a16:creationId xmlns:a16="http://schemas.microsoft.com/office/drawing/2014/main" id="{C00A6BC4-2F0A-7140-B668-926D09B6B7D2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7" name="Google Shape;516;p25">
              <a:extLst>
                <a:ext uri="{FF2B5EF4-FFF2-40B4-BE49-F238E27FC236}">
                  <a16:creationId xmlns:a16="http://schemas.microsoft.com/office/drawing/2014/main" id="{5822CC6A-6AA8-94F4-098F-20F8C3247DA0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88" name="Google Shape;518;p25">
            <a:extLst>
              <a:ext uri="{FF2B5EF4-FFF2-40B4-BE49-F238E27FC236}">
                <a16:creationId xmlns:a16="http://schemas.microsoft.com/office/drawing/2014/main" id="{07B44A6B-7FDA-C168-ABBC-5D23230B8CCB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89" name="Google Shape;519;p25">
              <a:extLst>
                <a:ext uri="{FF2B5EF4-FFF2-40B4-BE49-F238E27FC236}">
                  <a16:creationId xmlns:a16="http://schemas.microsoft.com/office/drawing/2014/main" id="{F1C39393-4340-DE05-ED17-2C7B9A2357C4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520;p25">
              <a:extLst>
                <a:ext uri="{FF2B5EF4-FFF2-40B4-BE49-F238E27FC236}">
                  <a16:creationId xmlns:a16="http://schemas.microsoft.com/office/drawing/2014/main" id="{0B3D04BB-69A1-EFFA-115A-613168C237E9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521;p25">
            <a:extLst>
              <a:ext uri="{FF2B5EF4-FFF2-40B4-BE49-F238E27FC236}">
                <a16:creationId xmlns:a16="http://schemas.microsoft.com/office/drawing/2014/main" id="{A17E41F1-98B7-1FE6-A455-FC9D64253278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92" name="Google Shape;522;p25">
              <a:extLst>
                <a:ext uri="{FF2B5EF4-FFF2-40B4-BE49-F238E27FC236}">
                  <a16:creationId xmlns:a16="http://schemas.microsoft.com/office/drawing/2014/main" id="{AA66ED2C-DEA7-A27C-C8EA-EE27727D7B55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523;p25">
              <a:extLst>
                <a:ext uri="{FF2B5EF4-FFF2-40B4-BE49-F238E27FC236}">
                  <a16:creationId xmlns:a16="http://schemas.microsoft.com/office/drawing/2014/main" id="{ECC1FECA-6CF2-C9A7-2FC1-BEA4784BDB70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525;p25">
            <a:extLst>
              <a:ext uri="{FF2B5EF4-FFF2-40B4-BE49-F238E27FC236}">
                <a16:creationId xmlns:a16="http://schemas.microsoft.com/office/drawing/2014/main" id="{D936A053-FF82-0A76-8C43-29BDD23EE095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" name="Google Shape;510;p25">
            <a:extLst>
              <a:ext uri="{FF2B5EF4-FFF2-40B4-BE49-F238E27FC236}">
                <a16:creationId xmlns:a16="http://schemas.microsoft.com/office/drawing/2014/main" id="{29A4315A-B362-C3FA-B8F4-B4C56F41001A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96" name="Google Shape;511;p25">
              <a:extLst>
                <a:ext uri="{FF2B5EF4-FFF2-40B4-BE49-F238E27FC236}">
                  <a16:creationId xmlns:a16="http://schemas.microsoft.com/office/drawing/2014/main" id="{B63AF1AA-4893-4C73-5C85-B4E12565969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512;p25">
              <a:extLst>
                <a:ext uri="{FF2B5EF4-FFF2-40B4-BE49-F238E27FC236}">
                  <a16:creationId xmlns:a16="http://schemas.microsoft.com/office/drawing/2014/main" id="{553DC2E7-D166-A495-8980-21814E250E57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8" name="Google Shape;513;p25">
              <a:extLst>
                <a:ext uri="{FF2B5EF4-FFF2-40B4-BE49-F238E27FC236}">
                  <a16:creationId xmlns:a16="http://schemas.microsoft.com/office/drawing/2014/main" id="{FCD06FBB-0B7A-78B0-ED3E-4F27A790D972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" name="Google Shape;514;p25">
            <a:extLst>
              <a:ext uri="{FF2B5EF4-FFF2-40B4-BE49-F238E27FC236}">
                <a16:creationId xmlns:a16="http://schemas.microsoft.com/office/drawing/2014/main" id="{2A4A0890-3813-6389-EDB1-177080EF7CCB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100" name="Google Shape;515;p25">
              <a:extLst>
                <a:ext uri="{FF2B5EF4-FFF2-40B4-BE49-F238E27FC236}">
                  <a16:creationId xmlns:a16="http://schemas.microsoft.com/office/drawing/2014/main" id="{DDD5D6CE-784D-B920-567C-2275B9D366DF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01" name="Google Shape;516;p25">
              <a:extLst>
                <a:ext uri="{FF2B5EF4-FFF2-40B4-BE49-F238E27FC236}">
                  <a16:creationId xmlns:a16="http://schemas.microsoft.com/office/drawing/2014/main" id="{FF7F6589-F218-0512-4E30-88D58493731B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02" name="Google Shape;524;p25">
            <a:extLst>
              <a:ext uri="{FF2B5EF4-FFF2-40B4-BE49-F238E27FC236}">
                <a16:creationId xmlns:a16="http://schemas.microsoft.com/office/drawing/2014/main" id="{9EC1DCD2-2B20-6F12-CDDC-1C7BF8A88681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103" name="Google Shape;525;p25">
              <a:extLst>
                <a:ext uri="{FF2B5EF4-FFF2-40B4-BE49-F238E27FC236}">
                  <a16:creationId xmlns:a16="http://schemas.microsoft.com/office/drawing/2014/main" id="{F81AD5A9-39E0-35BC-A6E0-E0CCCE1E2941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526;p25">
              <a:extLst>
                <a:ext uri="{FF2B5EF4-FFF2-40B4-BE49-F238E27FC236}">
                  <a16:creationId xmlns:a16="http://schemas.microsoft.com/office/drawing/2014/main" id="{38E7158C-18DD-B58F-8EA6-5F3B312B3D76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5" name="Graphic 104" descr="Pencil with solid fill">
            <a:extLst>
              <a:ext uri="{FF2B5EF4-FFF2-40B4-BE49-F238E27FC236}">
                <a16:creationId xmlns:a16="http://schemas.microsoft.com/office/drawing/2014/main" id="{A4AA0632-5A10-E28A-BA74-A00FAB176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A8121F6-51B9-9D5E-0EF2-519679A7E44D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107" name="Google Shape;491;p25">
              <a:extLst>
                <a:ext uri="{FF2B5EF4-FFF2-40B4-BE49-F238E27FC236}">
                  <a16:creationId xmlns:a16="http://schemas.microsoft.com/office/drawing/2014/main" id="{2E558345-35FD-DB68-FEEE-076B2ED5C2F2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8" name="Graphic 107" descr="Single gear with solid fill">
              <a:extLst>
                <a:ext uri="{FF2B5EF4-FFF2-40B4-BE49-F238E27FC236}">
                  <a16:creationId xmlns:a16="http://schemas.microsoft.com/office/drawing/2014/main" id="{59D0D928-AB14-E9E2-08A1-5A8A1EEDD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FF9522D1-BEDD-6337-1050-2ECCAE18F997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8C46452-A1BB-CD56-52FD-302FF8CA800B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D291120-712F-E585-DC82-E8DCD305747F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91EB384-C69F-67A9-5F48-993A130B766A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1EC0838-27A4-07F6-11EC-9FB85BAA6759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grpSp>
        <p:nvGrpSpPr>
          <p:cNvPr id="114" name="Google Shape;879;p36">
            <a:extLst>
              <a:ext uri="{FF2B5EF4-FFF2-40B4-BE49-F238E27FC236}">
                <a16:creationId xmlns:a16="http://schemas.microsoft.com/office/drawing/2014/main" id="{7EBA6DD0-492F-783E-F0B2-834AC299CB90}"/>
              </a:ext>
            </a:extLst>
          </p:cNvPr>
          <p:cNvGrpSpPr/>
          <p:nvPr/>
        </p:nvGrpSpPr>
        <p:grpSpPr>
          <a:xfrm>
            <a:off x="839658" y="1506775"/>
            <a:ext cx="7717469" cy="3215298"/>
            <a:chOff x="715100" y="1600325"/>
            <a:chExt cx="2361448" cy="1435289"/>
          </a:xfrm>
        </p:grpSpPr>
        <p:sp>
          <p:nvSpPr>
            <p:cNvPr id="115" name="Google Shape;880;p36">
              <a:extLst>
                <a:ext uri="{FF2B5EF4-FFF2-40B4-BE49-F238E27FC236}">
                  <a16:creationId xmlns:a16="http://schemas.microsoft.com/office/drawing/2014/main" id="{0F4DB57E-0055-0453-7EF4-85EED64857EB}"/>
                </a:ext>
              </a:extLst>
            </p:cNvPr>
            <p:cNvSpPr/>
            <p:nvPr/>
          </p:nvSpPr>
          <p:spPr>
            <a:xfrm>
              <a:off x="760848" y="1691841"/>
              <a:ext cx="2315700" cy="1343773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881;p36">
              <a:extLst>
                <a:ext uri="{FF2B5EF4-FFF2-40B4-BE49-F238E27FC236}">
                  <a16:creationId xmlns:a16="http://schemas.microsoft.com/office/drawing/2014/main" id="{10704560-F128-28C4-0816-5E22580D1061}"/>
                </a:ext>
              </a:extLst>
            </p:cNvPr>
            <p:cNvSpPr/>
            <p:nvPr/>
          </p:nvSpPr>
          <p:spPr>
            <a:xfrm>
              <a:off x="715100" y="16003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71A072D6-0191-19D3-6437-BEFD29AE0504}"/>
              </a:ext>
            </a:extLst>
          </p:cNvPr>
          <p:cNvSpPr txBox="1"/>
          <p:nvPr/>
        </p:nvSpPr>
        <p:spPr>
          <a:xfrm>
            <a:off x="983436" y="1708971"/>
            <a:ext cx="73033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600">
                <a:latin typeface="Karla" pitchFamily="2" charset="0"/>
                <a:cs typeface="Rubik Black" panose="020B0604020202020204" charset="-79"/>
              </a:rPr>
              <a:t>Lors du développement de l’API, l’objectif était d’offrir un service permettant:</a:t>
            </a:r>
            <a:br>
              <a:rPr lang="fr-CA" sz="1600">
                <a:latin typeface="Karla" pitchFamily="2" charset="0"/>
                <a:cs typeface="Rubik Black" panose="020B0604020202020204" charset="-79"/>
              </a:rPr>
            </a:br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pPr marL="285750" indent="-285750">
              <a:buClrTx/>
              <a:buSzPct val="157000"/>
              <a:buFont typeface="Arial" panose="020B0604020202020204" pitchFamily="34" charset="0"/>
              <a:buChar char="•"/>
            </a:pPr>
            <a:r>
              <a:rPr lang="fr-CA" sz="1600">
                <a:latin typeface="Karla" pitchFamily="2" charset="0"/>
                <a:cs typeface="Rubik Black" panose="020B0604020202020204" charset="-79"/>
              </a:rPr>
              <a:t>Les opérations CRUD sur différentes ressources éducatives</a:t>
            </a:r>
            <a:br>
              <a:rPr lang="fr-CA" sz="1600">
                <a:latin typeface="Karla" pitchFamily="2" charset="0"/>
                <a:cs typeface="Rubik Black" panose="020B0604020202020204" charset="-79"/>
              </a:rPr>
            </a:br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pPr marL="285750" indent="-285750">
              <a:buClrTx/>
              <a:buSzPct val="157000"/>
              <a:buFont typeface="Arial" panose="020B0604020202020204" pitchFamily="34" charset="0"/>
              <a:buChar char="•"/>
            </a:pPr>
            <a:r>
              <a:rPr lang="fr-CA" sz="1600">
                <a:latin typeface="Karla" pitchFamily="2" charset="0"/>
                <a:cs typeface="Rubik Black" panose="020B0604020202020204" charset="-79"/>
              </a:rPr>
              <a:t>La catégorisation des ressources</a:t>
            </a:r>
            <a:br>
              <a:rPr lang="fr-CA" sz="1600">
                <a:latin typeface="Karla" pitchFamily="2" charset="0"/>
                <a:cs typeface="Rubik Black" panose="020B0604020202020204" charset="-79"/>
              </a:rPr>
            </a:br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pPr marL="285750" indent="-285750">
              <a:buClrTx/>
              <a:buSzPct val="157000"/>
              <a:buFont typeface="Arial" panose="020B0604020202020204" pitchFamily="34" charset="0"/>
              <a:buChar char="•"/>
            </a:pPr>
            <a:r>
              <a:rPr lang="fr-CA" sz="1600">
                <a:latin typeface="Karla" pitchFamily="2" charset="0"/>
                <a:cs typeface="Rubik Black" panose="020B0604020202020204" charset="-79"/>
              </a:rPr>
              <a:t>Une gestion sécuritaire des niveaux d’authentification</a:t>
            </a:r>
            <a:br>
              <a:rPr lang="fr-CA" sz="1600">
                <a:latin typeface="Karla" pitchFamily="2" charset="0"/>
                <a:cs typeface="Rubik Black" panose="020B0604020202020204" charset="-79"/>
              </a:rPr>
            </a:br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pPr marL="285750" indent="-285750">
              <a:buClrTx/>
              <a:buSzPct val="157000"/>
              <a:buFont typeface="Arial" panose="020B0604020202020204" pitchFamily="34" charset="0"/>
              <a:buChar char="•"/>
            </a:pPr>
            <a:r>
              <a:rPr lang="fr-CA" sz="1600">
                <a:latin typeface="Karla" pitchFamily="2" charset="0"/>
                <a:cs typeface="Rubik Black" panose="020B0604020202020204" charset="-79"/>
              </a:rPr>
              <a:t>Permettre aux mentors un contrôle granulaire sur la </a:t>
            </a:r>
            <a:r>
              <a:rPr lang="fr-CA" sz="1600" err="1">
                <a:latin typeface="Karla" pitchFamily="2" charset="0"/>
                <a:cs typeface="Rubik Black" panose="020B0604020202020204" charset="-79"/>
              </a:rPr>
              <a:t>visibilitée</a:t>
            </a:r>
            <a:r>
              <a:rPr lang="fr-CA" sz="1600">
                <a:latin typeface="Karla" pitchFamily="2" charset="0"/>
                <a:cs typeface="Rubik Black" panose="020B0604020202020204" charset="-79"/>
              </a:rPr>
              <a:t> de leur contenu</a:t>
            </a:r>
          </a:p>
          <a:p>
            <a:pPr marL="285750" indent="-285750">
              <a:buFontTx/>
              <a:buChar char="-"/>
            </a:pPr>
            <a:endParaRPr lang="fr-CA" sz="1600">
              <a:latin typeface="Karla" pitchFamily="2" charset="0"/>
              <a:cs typeface="Rubik Black" panose="020B060402020202020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4187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61B07C65-C267-CACD-5E52-614B9AF0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B0AB0F11-3891-C414-193D-8B189AFD1524}"/>
              </a:ext>
            </a:extLst>
          </p:cNvPr>
          <p:cNvGrpSpPr/>
          <p:nvPr/>
        </p:nvGrpSpPr>
        <p:grpSpPr>
          <a:xfrm>
            <a:off x="434341" y="1615535"/>
            <a:ext cx="1572610" cy="2680420"/>
            <a:chOff x="4754850" y="1600325"/>
            <a:chExt cx="3772191" cy="3108650"/>
          </a:xfrm>
        </p:grpSpPr>
        <p:sp>
          <p:nvSpPr>
            <p:cNvPr id="3" name="Google Shape;483;p25">
              <a:extLst>
                <a:ext uri="{FF2B5EF4-FFF2-40B4-BE49-F238E27FC236}">
                  <a16:creationId xmlns:a16="http://schemas.microsoft.com/office/drawing/2014/main" id="{F46DD429-7DE1-E605-84CF-DD65B5D9B5F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4;p25">
              <a:extLst>
                <a:ext uri="{FF2B5EF4-FFF2-40B4-BE49-F238E27FC236}">
                  <a16:creationId xmlns:a16="http://schemas.microsoft.com/office/drawing/2014/main" id="{884D2332-B1A4-A65A-2445-D45F9F106D0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485;p25">
              <a:extLst>
                <a:ext uri="{FF2B5EF4-FFF2-40B4-BE49-F238E27FC236}">
                  <a16:creationId xmlns:a16="http://schemas.microsoft.com/office/drawing/2014/main" id="{380F30B9-3233-D4F9-DE77-7779D464566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Google Shape;486;p25">
            <a:extLst>
              <a:ext uri="{FF2B5EF4-FFF2-40B4-BE49-F238E27FC236}">
                <a16:creationId xmlns:a16="http://schemas.microsoft.com/office/drawing/2014/main" id="{31C286B9-AF0D-A2E2-8D98-D5569CA50BC6}"/>
              </a:ext>
            </a:extLst>
          </p:cNvPr>
          <p:cNvGrpSpPr/>
          <p:nvPr/>
        </p:nvGrpSpPr>
        <p:grpSpPr>
          <a:xfrm>
            <a:off x="528402" y="1999896"/>
            <a:ext cx="1348725" cy="2227283"/>
            <a:chOff x="844774" y="1956482"/>
            <a:chExt cx="1564200" cy="2583118"/>
          </a:xfrm>
        </p:grpSpPr>
        <p:sp>
          <p:nvSpPr>
            <p:cNvPr id="7" name="Google Shape;487;p25">
              <a:extLst>
                <a:ext uri="{FF2B5EF4-FFF2-40B4-BE49-F238E27FC236}">
                  <a16:creationId xmlns:a16="http://schemas.microsoft.com/office/drawing/2014/main" id="{A0272A71-EF04-A869-CC80-D0B090439D09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" name="Google Shape;488;p25">
              <a:extLst>
                <a:ext uri="{FF2B5EF4-FFF2-40B4-BE49-F238E27FC236}">
                  <a16:creationId xmlns:a16="http://schemas.microsoft.com/office/drawing/2014/main" id="{1CC9F354-AB20-541B-13F9-603E67F789A7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" name="Google Shape;494;p25">
            <a:extLst>
              <a:ext uri="{FF2B5EF4-FFF2-40B4-BE49-F238E27FC236}">
                <a16:creationId xmlns:a16="http://schemas.microsoft.com/office/drawing/2014/main" id="{B67636BF-B9A9-F682-9D64-FE90DECAAB47}"/>
              </a:ext>
            </a:extLst>
          </p:cNvPr>
          <p:cNvGrpSpPr/>
          <p:nvPr/>
        </p:nvGrpSpPr>
        <p:grpSpPr>
          <a:xfrm>
            <a:off x="2145338" y="1211675"/>
            <a:ext cx="1572610" cy="2680420"/>
            <a:chOff x="4754850" y="1600325"/>
            <a:chExt cx="3772191" cy="3108650"/>
          </a:xfrm>
        </p:grpSpPr>
        <p:sp>
          <p:nvSpPr>
            <p:cNvPr id="15" name="Google Shape;495;p25">
              <a:extLst>
                <a:ext uri="{FF2B5EF4-FFF2-40B4-BE49-F238E27FC236}">
                  <a16:creationId xmlns:a16="http://schemas.microsoft.com/office/drawing/2014/main" id="{5708D2F7-17D5-D119-3047-C2E81178450B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96;p25">
              <a:extLst>
                <a:ext uri="{FF2B5EF4-FFF2-40B4-BE49-F238E27FC236}">
                  <a16:creationId xmlns:a16="http://schemas.microsoft.com/office/drawing/2014/main" id="{D6DE0858-7509-1216-8E2C-B88457A0E5AE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" name="Google Shape;497;p25">
              <a:extLst>
                <a:ext uri="{FF2B5EF4-FFF2-40B4-BE49-F238E27FC236}">
                  <a16:creationId xmlns:a16="http://schemas.microsoft.com/office/drawing/2014/main" id="{310920F8-5310-20C7-4AA0-6A7AE3079686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498;p25">
            <a:extLst>
              <a:ext uri="{FF2B5EF4-FFF2-40B4-BE49-F238E27FC236}">
                <a16:creationId xmlns:a16="http://schemas.microsoft.com/office/drawing/2014/main" id="{83F33339-56DF-EAC5-0131-96B87835D160}"/>
              </a:ext>
            </a:extLst>
          </p:cNvPr>
          <p:cNvGrpSpPr/>
          <p:nvPr/>
        </p:nvGrpSpPr>
        <p:grpSpPr>
          <a:xfrm>
            <a:off x="2200048" y="1612802"/>
            <a:ext cx="1431292" cy="2210519"/>
            <a:chOff x="2757151" y="1975925"/>
            <a:chExt cx="1659958" cy="2563675"/>
          </a:xfrm>
        </p:grpSpPr>
        <p:sp>
          <p:nvSpPr>
            <p:cNvPr id="19" name="Google Shape;499;p25">
              <a:extLst>
                <a:ext uri="{FF2B5EF4-FFF2-40B4-BE49-F238E27FC236}">
                  <a16:creationId xmlns:a16="http://schemas.microsoft.com/office/drawing/2014/main" id="{FD113447-750B-64A0-BD59-41A534382CCE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0" name="Google Shape;500;p25">
              <a:extLst>
                <a:ext uri="{FF2B5EF4-FFF2-40B4-BE49-F238E27FC236}">
                  <a16:creationId xmlns:a16="http://schemas.microsoft.com/office/drawing/2014/main" id="{89CF20E3-994B-459F-95D9-6C68BAEA4848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2" name="Google Shape;502;p25">
            <a:extLst>
              <a:ext uri="{FF2B5EF4-FFF2-40B4-BE49-F238E27FC236}">
                <a16:creationId xmlns:a16="http://schemas.microsoft.com/office/drawing/2014/main" id="{7CD0F747-9FE3-9FCC-4A98-E2752BB2A44F}"/>
              </a:ext>
            </a:extLst>
          </p:cNvPr>
          <p:cNvGrpSpPr/>
          <p:nvPr/>
        </p:nvGrpSpPr>
        <p:grpSpPr>
          <a:xfrm>
            <a:off x="3846174" y="1615535"/>
            <a:ext cx="1572610" cy="2680420"/>
            <a:chOff x="4754850" y="1600325"/>
            <a:chExt cx="3772191" cy="3108650"/>
          </a:xfrm>
        </p:grpSpPr>
        <p:sp>
          <p:nvSpPr>
            <p:cNvPr id="23" name="Google Shape;503;p25">
              <a:extLst>
                <a:ext uri="{FF2B5EF4-FFF2-40B4-BE49-F238E27FC236}">
                  <a16:creationId xmlns:a16="http://schemas.microsoft.com/office/drawing/2014/main" id="{994CD90D-917D-51AF-CB3D-0A31E7D029D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04;p25">
              <a:extLst>
                <a:ext uri="{FF2B5EF4-FFF2-40B4-BE49-F238E27FC236}">
                  <a16:creationId xmlns:a16="http://schemas.microsoft.com/office/drawing/2014/main" id="{FDCEDF14-5686-5C20-35A4-4ADE68BC976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" name="Google Shape;505;p25">
              <a:extLst>
                <a:ext uri="{FF2B5EF4-FFF2-40B4-BE49-F238E27FC236}">
                  <a16:creationId xmlns:a16="http://schemas.microsoft.com/office/drawing/2014/main" id="{4B7B8E36-8610-C49E-A168-33BEBCA6C2C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Google Shape;506;p25">
            <a:extLst>
              <a:ext uri="{FF2B5EF4-FFF2-40B4-BE49-F238E27FC236}">
                <a16:creationId xmlns:a16="http://schemas.microsoft.com/office/drawing/2014/main" id="{A5FFE3CB-D22A-7A36-2E9F-8146315B20BE}"/>
              </a:ext>
            </a:extLst>
          </p:cNvPr>
          <p:cNvGrpSpPr/>
          <p:nvPr/>
        </p:nvGrpSpPr>
        <p:grpSpPr>
          <a:xfrm>
            <a:off x="3909760" y="2016691"/>
            <a:ext cx="1446721" cy="2210493"/>
            <a:chOff x="4729264" y="1975954"/>
            <a:chExt cx="1677852" cy="2563646"/>
          </a:xfrm>
        </p:grpSpPr>
        <p:sp>
          <p:nvSpPr>
            <p:cNvPr id="27" name="Google Shape;507;p25">
              <a:extLst>
                <a:ext uri="{FF2B5EF4-FFF2-40B4-BE49-F238E27FC236}">
                  <a16:creationId xmlns:a16="http://schemas.microsoft.com/office/drawing/2014/main" id="{672199E6-2EC5-2ED2-FDAD-EEACA2C205DC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8" name="Google Shape;508;p25">
              <a:extLst>
                <a:ext uri="{FF2B5EF4-FFF2-40B4-BE49-F238E27FC236}">
                  <a16:creationId xmlns:a16="http://schemas.microsoft.com/office/drawing/2014/main" id="{0CB35DDF-35DF-5C1D-9DB5-FCAB16209E9B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0" name="Google Shape;510;p25">
            <a:extLst>
              <a:ext uri="{FF2B5EF4-FFF2-40B4-BE49-F238E27FC236}">
                <a16:creationId xmlns:a16="http://schemas.microsoft.com/office/drawing/2014/main" id="{12A88F8B-CD7E-894A-6DD9-B5770160FA39}"/>
              </a:ext>
            </a:extLst>
          </p:cNvPr>
          <p:cNvGrpSpPr/>
          <p:nvPr/>
        </p:nvGrpSpPr>
        <p:grpSpPr>
          <a:xfrm>
            <a:off x="5521611" y="1615535"/>
            <a:ext cx="1572610" cy="2680420"/>
            <a:chOff x="4754850" y="1600325"/>
            <a:chExt cx="3772191" cy="3108650"/>
          </a:xfrm>
        </p:grpSpPr>
        <p:sp>
          <p:nvSpPr>
            <p:cNvPr id="31" name="Google Shape;511;p25">
              <a:extLst>
                <a:ext uri="{FF2B5EF4-FFF2-40B4-BE49-F238E27FC236}">
                  <a16:creationId xmlns:a16="http://schemas.microsoft.com/office/drawing/2014/main" id="{6E4E33E5-FF33-1358-424B-0CA094F329C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2;p25">
              <a:extLst>
                <a:ext uri="{FF2B5EF4-FFF2-40B4-BE49-F238E27FC236}">
                  <a16:creationId xmlns:a16="http://schemas.microsoft.com/office/drawing/2014/main" id="{86F2274D-7AA3-8331-E3B6-C9BAE6B671FF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" name="Google Shape;513;p25">
              <a:extLst>
                <a:ext uri="{FF2B5EF4-FFF2-40B4-BE49-F238E27FC236}">
                  <a16:creationId xmlns:a16="http://schemas.microsoft.com/office/drawing/2014/main" id="{91B6F517-C7A1-119C-0544-825D7DE5049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Google Shape;514;p25">
            <a:extLst>
              <a:ext uri="{FF2B5EF4-FFF2-40B4-BE49-F238E27FC236}">
                <a16:creationId xmlns:a16="http://schemas.microsoft.com/office/drawing/2014/main" id="{8F4706F4-491E-7FCB-7425-0C7E51294262}"/>
              </a:ext>
            </a:extLst>
          </p:cNvPr>
          <p:cNvGrpSpPr/>
          <p:nvPr/>
        </p:nvGrpSpPr>
        <p:grpSpPr>
          <a:xfrm>
            <a:off x="5615672" y="2023601"/>
            <a:ext cx="1348725" cy="2203580"/>
            <a:chOff x="6724524" y="1983973"/>
            <a:chExt cx="1564200" cy="2555627"/>
          </a:xfrm>
        </p:grpSpPr>
        <p:sp>
          <p:nvSpPr>
            <p:cNvPr id="35" name="Google Shape;515;p25">
              <a:extLst>
                <a:ext uri="{FF2B5EF4-FFF2-40B4-BE49-F238E27FC236}">
                  <a16:creationId xmlns:a16="http://schemas.microsoft.com/office/drawing/2014/main" id="{0410C110-2561-45B8-B5D7-A8CBC596A59A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6" name="Google Shape;516;p25">
              <a:extLst>
                <a:ext uri="{FF2B5EF4-FFF2-40B4-BE49-F238E27FC236}">
                  <a16:creationId xmlns:a16="http://schemas.microsoft.com/office/drawing/2014/main" id="{AD0C673E-DE32-E272-CBD9-DB1757F2A988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51CE54C3-18CB-86B0-3D82-49CF86B07C1B}"/>
              </a:ext>
            </a:extLst>
          </p:cNvPr>
          <p:cNvGrpSpPr/>
          <p:nvPr/>
        </p:nvGrpSpPr>
        <p:grpSpPr>
          <a:xfrm>
            <a:off x="983436" y="147293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2C32BA2A-2C56-FEC3-8470-B36D4DA0089F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74581F68-F67C-F549-53AF-8486A89DEFC0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521;p25">
            <a:extLst>
              <a:ext uri="{FF2B5EF4-FFF2-40B4-BE49-F238E27FC236}">
                <a16:creationId xmlns:a16="http://schemas.microsoft.com/office/drawing/2014/main" id="{82D8C755-451E-A942-510F-EED28C68DB8A}"/>
              </a:ext>
            </a:extLst>
          </p:cNvPr>
          <p:cNvGrpSpPr/>
          <p:nvPr/>
        </p:nvGrpSpPr>
        <p:grpSpPr>
          <a:xfrm>
            <a:off x="6075786" y="1446664"/>
            <a:ext cx="433537" cy="433537"/>
            <a:chOff x="7014301" y="2017350"/>
            <a:chExt cx="502800" cy="502800"/>
          </a:xfrm>
        </p:grpSpPr>
        <p:sp>
          <p:nvSpPr>
            <p:cNvPr id="42" name="Google Shape;522;p25">
              <a:extLst>
                <a:ext uri="{FF2B5EF4-FFF2-40B4-BE49-F238E27FC236}">
                  <a16:creationId xmlns:a16="http://schemas.microsoft.com/office/drawing/2014/main" id="{5C01CBEC-950C-B09B-09D6-DDF42F9EB1F3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3;p25">
              <a:extLst>
                <a:ext uri="{FF2B5EF4-FFF2-40B4-BE49-F238E27FC236}">
                  <a16:creationId xmlns:a16="http://schemas.microsoft.com/office/drawing/2014/main" id="{334AC15E-8A7C-162B-56A8-53D8CBB361E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525;p25">
            <a:extLst>
              <a:ext uri="{FF2B5EF4-FFF2-40B4-BE49-F238E27FC236}">
                <a16:creationId xmlns:a16="http://schemas.microsoft.com/office/drawing/2014/main" id="{90015ABB-778A-661E-73EC-DA6720BFC5B0}"/>
              </a:ext>
            </a:extLst>
          </p:cNvPr>
          <p:cNvSpPr/>
          <p:nvPr/>
        </p:nvSpPr>
        <p:spPr>
          <a:xfrm>
            <a:off x="4397789" y="1472846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510;p25">
            <a:extLst>
              <a:ext uri="{FF2B5EF4-FFF2-40B4-BE49-F238E27FC236}">
                <a16:creationId xmlns:a16="http://schemas.microsoft.com/office/drawing/2014/main" id="{A71CC2AB-5F22-5368-D346-B83E0076CCE1}"/>
              </a:ext>
            </a:extLst>
          </p:cNvPr>
          <p:cNvGrpSpPr/>
          <p:nvPr/>
        </p:nvGrpSpPr>
        <p:grpSpPr>
          <a:xfrm>
            <a:off x="7182771" y="1615535"/>
            <a:ext cx="1572610" cy="2680420"/>
            <a:chOff x="4754850" y="1600325"/>
            <a:chExt cx="3772191" cy="3108650"/>
          </a:xfrm>
        </p:grpSpPr>
        <p:sp>
          <p:nvSpPr>
            <p:cNvPr id="48" name="Google Shape;511;p25">
              <a:extLst>
                <a:ext uri="{FF2B5EF4-FFF2-40B4-BE49-F238E27FC236}">
                  <a16:creationId xmlns:a16="http://schemas.microsoft.com/office/drawing/2014/main" id="{A05FB61E-2D14-0C79-07CF-C0A24700AB1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2;p25">
              <a:extLst>
                <a:ext uri="{FF2B5EF4-FFF2-40B4-BE49-F238E27FC236}">
                  <a16:creationId xmlns:a16="http://schemas.microsoft.com/office/drawing/2014/main" id="{2960D15C-512F-927A-8E99-DF63D78432C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" name="Google Shape;513;p25">
              <a:extLst>
                <a:ext uri="{FF2B5EF4-FFF2-40B4-BE49-F238E27FC236}">
                  <a16:creationId xmlns:a16="http://schemas.microsoft.com/office/drawing/2014/main" id="{1831A4FF-D30B-6454-89EB-4F983C7A06B6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" name="Google Shape;514;p25">
            <a:extLst>
              <a:ext uri="{FF2B5EF4-FFF2-40B4-BE49-F238E27FC236}">
                <a16:creationId xmlns:a16="http://schemas.microsoft.com/office/drawing/2014/main" id="{32B9C86F-5E36-3960-B571-DB939ECF0B50}"/>
              </a:ext>
            </a:extLst>
          </p:cNvPr>
          <p:cNvGrpSpPr/>
          <p:nvPr/>
        </p:nvGrpSpPr>
        <p:grpSpPr>
          <a:xfrm>
            <a:off x="7190272" y="2003877"/>
            <a:ext cx="1532498" cy="2223301"/>
            <a:chOff x="6628231" y="1961100"/>
            <a:chExt cx="1777333" cy="2578500"/>
          </a:xfrm>
        </p:grpSpPr>
        <p:sp>
          <p:nvSpPr>
            <p:cNvPr id="52" name="Google Shape;515;p25">
              <a:extLst>
                <a:ext uri="{FF2B5EF4-FFF2-40B4-BE49-F238E27FC236}">
                  <a16:creationId xmlns:a16="http://schemas.microsoft.com/office/drawing/2014/main" id="{39640EC7-60B7-37A3-065F-C406BBA323A9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53" name="Google Shape;516;p25">
              <a:extLst>
                <a:ext uri="{FF2B5EF4-FFF2-40B4-BE49-F238E27FC236}">
                  <a16:creationId xmlns:a16="http://schemas.microsoft.com/office/drawing/2014/main" id="{4775E611-CAC9-C68A-8FCC-DF64C5E60259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55" name="Google Shape;524;p25">
            <a:extLst>
              <a:ext uri="{FF2B5EF4-FFF2-40B4-BE49-F238E27FC236}">
                <a16:creationId xmlns:a16="http://schemas.microsoft.com/office/drawing/2014/main" id="{F3E28382-C558-1FCF-6065-045568605900}"/>
              </a:ext>
            </a:extLst>
          </p:cNvPr>
          <p:cNvGrpSpPr/>
          <p:nvPr/>
        </p:nvGrpSpPr>
        <p:grpSpPr>
          <a:xfrm>
            <a:off x="7772648" y="1454979"/>
            <a:ext cx="433623" cy="433623"/>
            <a:chOff x="858700" y="1967475"/>
            <a:chExt cx="605100" cy="605100"/>
          </a:xfrm>
        </p:grpSpPr>
        <p:sp>
          <p:nvSpPr>
            <p:cNvPr id="56" name="Google Shape;525;p25">
              <a:extLst>
                <a:ext uri="{FF2B5EF4-FFF2-40B4-BE49-F238E27FC236}">
                  <a16:creationId xmlns:a16="http://schemas.microsoft.com/office/drawing/2014/main" id="{DD397F32-3162-6020-5341-D196C6438ED1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26;p25">
              <a:extLst>
                <a:ext uri="{FF2B5EF4-FFF2-40B4-BE49-F238E27FC236}">
                  <a16:creationId xmlns:a16="http://schemas.microsoft.com/office/drawing/2014/main" id="{ECC848B1-7DCA-8BF9-CD00-EB63CAE91A2A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" name="Graphic 58" descr="Pencil with solid fill">
            <a:extLst>
              <a:ext uri="{FF2B5EF4-FFF2-40B4-BE49-F238E27FC236}">
                <a16:creationId xmlns:a16="http://schemas.microsoft.com/office/drawing/2014/main" id="{72825E6D-A965-FF72-EF8C-49FD27892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1498241"/>
            <a:ext cx="356951" cy="3569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119A3A-8331-FA72-796F-15A2660FACD9}"/>
              </a:ext>
            </a:extLst>
          </p:cNvPr>
          <p:cNvGrpSpPr/>
          <p:nvPr/>
        </p:nvGrpSpPr>
        <p:grpSpPr>
          <a:xfrm>
            <a:off x="2692694" y="1071155"/>
            <a:ext cx="444980" cy="446767"/>
            <a:chOff x="2692694" y="1071155"/>
            <a:chExt cx="444980" cy="446767"/>
          </a:xfrm>
        </p:grpSpPr>
        <p:sp>
          <p:nvSpPr>
            <p:cNvPr id="11" name="Google Shape;491;p25">
              <a:extLst>
                <a:ext uri="{FF2B5EF4-FFF2-40B4-BE49-F238E27FC236}">
                  <a16:creationId xmlns:a16="http://schemas.microsoft.com/office/drawing/2014/main" id="{E2101A8F-360E-41D6-40DE-3CB07C6D9918}"/>
                </a:ext>
              </a:extLst>
            </p:cNvPr>
            <p:cNvSpPr/>
            <p:nvPr/>
          </p:nvSpPr>
          <p:spPr>
            <a:xfrm>
              <a:off x="2697771" y="107115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" name="Graphic 60" descr="Single gear with solid fill">
              <a:extLst>
                <a:ext uri="{FF2B5EF4-FFF2-40B4-BE49-F238E27FC236}">
                  <a16:creationId xmlns:a16="http://schemas.microsoft.com/office/drawing/2014/main" id="{9DD439A3-61C7-DF6D-ADBD-432AD74B0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072942"/>
              <a:ext cx="444980" cy="44498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5516DCD2-DB09-F37E-C1A7-04A6CFD9831F}"/>
              </a:ext>
            </a:extLst>
          </p:cNvPr>
          <p:cNvSpPr txBox="1"/>
          <p:nvPr/>
        </p:nvSpPr>
        <p:spPr>
          <a:xfrm>
            <a:off x="647633" y="2653333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004BB8-7781-0898-A9AB-93A7DF8C7734}"/>
              </a:ext>
            </a:extLst>
          </p:cNvPr>
          <p:cNvSpPr txBox="1"/>
          <p:nvPr/>
        </p:nvSpPr>
        <p:spPr>
          <a:xfrm>
            <a:off x="2235766" y="2234503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108FB6E-8F5F-F902-F4CD-04326C4DD21C}"/>
              </a:ext>
            </a:extLst>
          </p:cNvPr>
          <p:cNvSpPr txBox="1"/>
          <p:nvPr/>
        </p:nvSpPr>
        <p:spPr>
          <a:xfrm>
            <a:off x="3985622" y="2635794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63C59D69-0526-80B2-9FF9-E884AF1C7FDC}"/>
              </a:ext>
            </a:extLst>
          </p:cNvPr>
          <p:cNvSpPr txBox="1"/>
          <p:nvPr/>
        </p:nvSpPr>
        <p:spPr>
          <a:xfrm>
            <a:off x="5615529" y="2629747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A12EBA4-9368-B89A-78B9-61F81ADCC9AD}"/>
              </a:ext>
            </a:extLst>
          </p:cNvPr>
          <p:cNvSpPr txBox="1"/>
          <p:nvPr/>
        </p:nvSpPr>
        <p:spPr>
          <a:xfrm>
            <a:off x="7284111" y="2703182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3664388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7D67EDF2-942E-2FD0-4C15-4FA7350AB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C72AB691-4C4D-464E-6FAA-E84B4A9DE599}"/>
              </a:ext>
            </a:extLst>
          </p:cNvPr>
          <p:cNvSpPr txBox="1"/>
          <p:nvPr/>
        </p:nvSpPr>
        <p:spPr>
          <a:xfrm>
            <a:off x="893131" y="895413"/>
            <a:ext cx="390746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Fonctionnement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97E208-7F80-D75B-6985-7C736FF93A05}"/>
              </a:ext>
            </a:extLst>
          </p:cNvPr>
          <p:cNvGrpSpPr/>
          <p:nvPr/>
        </p:nvGrpSpPr>
        <p:grpSpPr>
          <a:xfrm>
            <a:off x="460034" y="812075"/>
            <a:ext cx="444980" cy="446767"/>
            <a:chOff x="460034" y="812075"/>
            <a:chExt cx="444980" cy="446767"/>
          </a:xfrm>
        </p:grpSpPr>
        <p:sp>
          <p:nvSpPr>
            <p:cNvPr id="2" name="Google Shape;491;p25">
              <a:extLst>
                <a:ext uri="{FF2B5EF4-FFF2-40B4-BE49-F238E27FC236}">
                  <a16:creationId xmlns:a16="http://schemas.microsoft.com/office/drawing/2014/main" id="{A85A6BC1-CF0B-799F-E369-D1A2D095C96C}"/>
                </a:ext>
              </a:extLst>
            </p:cNvPr>
            <p:cNvSpPr/>
            <p:nvPr/>
          </p:nvSpPr>
          <p:spPr>
            <a:xfrm>
              <a:off x="465111" y="81207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Graphic 2" descr="Single gear with solid fill">
              <a:extLst>
                <a:ext uri="{FF2B5EF4-FFF2-40B4-BE49-F238E27FC236}">
                  <a16:creationId xmlns:a16="http://schemas.microsoft.com/office/drawing/2014/main" id="{245784B0-4439-0EBB-346C-6E3925A0E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141166">
              <a:off x="460034" y="813862"/>
              <a:ext cx="444980" cy="444980"/>
            </a:xfrm>
            <a:prstGeom prst="rect">
              <a:avLst/>
            </a:prstGeom>
          </p:spPr>
        </p:pic>
      </p:grpSp>
      <p:grpSp>
        <p:nvGrpSpPr>
          <p:cNvPr id="114" name="Google Shape;482;p25">
            <a:extLst>
              <a:ext uri="{FF2B5EF4-FFF2-40B4-BE49-F238E27FC236}">
                <a16:creationId xmlns:a16="http://schemas.microsoft.com/office/drawing/2014/main" id="{C9B3F454-6BD0-6AA6-E320-4AAF06BFF6E7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115" name="Google Shape;483;p25">
              <a:extLst>
                <a:ext uri="{FF2B5EF4-FFF2-40B4-BE49-F238E27FC236}">
                  <a16:creationId xmlns:a16="http://schemas.microsoft.com/office/drawing/2014/main" id="{F8ED5966-6023-9EF6-1E2B-D9AA99DFC77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84;p25">
              <a:extLst>
                <a:ext uri="{FF2B5EF4-FFF2-40B4-BE49-F238E27FC236}">
                  <a16:creationId xmlns:a16="http://schemas.microsoft.com/office/drawing/2014/main" id="{BB5D2DCC-383C-B77F-A748-672CCB9A917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485;p25">
              <a:extLst>
                <a:ext uri="{FF2B5EF4-FFF2-40B4-BE49-F238E27FC236}">
                  <a16:creationId xmlns:a16="http://schemas.microsoft.com/office/drawing/2014/main" id="{4B0B2788-F429-D52B-2C9E-D01C0E594FF2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8" name="Google Shape;486;p25">
            <a:extLst>
              <a:ext uri="{FF2B5EF4-FFF2-40B4-BE49-F238E27FC236}">
                <a16:creationId xmlns:a16="http://schemas.microsoft.com/office/drawing/2014/main" id="{90A20D10-E354-5D7B-4A98-0D327812488E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119" name="Google Shape;487;p25">
              <a:extLst>
                <a:ext uri="{FF2B5EF4-FFF2-40B4-BE49-F238E27FC236}">
                  <a16:creationId xmlns:a16="http://schemas.microsoft.com/office/drawing/2014/main" id="{82222490-A566-585C-24DB-F316C25E7D2B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0" name="Google Shape;488;p25">
              <a:extLst>
                <a:ext uri="{FF2B5EF4-FFF2-40B4-BE49-F238E27FC236}">
                  <a16:creationId xmlns:a16="http://schemas.microsoft.com/office/drawing/2014/main" id="{18856D02-C689-5210-6AD9-64BCE5F74F79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1" name="Google Shape;494;p25">
            <a:extLst>
              <a:ext uri="{FF2B5EF4-FFF2-40B4-BE49-F238E27FC236}">
                <a16:creationId xmlns:a16="http://schemas.microsoft.com/office/drawing/2014/main" id="{9BB3FEE5-EEDD-CA4C-645A-22AE26B977BC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22" name="Google Shape;495;p25">
              <a:extLst>
                <a:ext uri="{FF2B5EF4-FFF2-40B4-BE49-F238E27FC236}">
                  <a16:creationId xmlns:a16="http://schemas.microsoft.com/office/drawing/2014/main" id="{B9121CBA-ABBB-8B85-932B-B451BF604EC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96;p25">
              <a:extLst>
                <a:ext uri="{FF2B5EF4-FFF2-40B4-BE49-F238E27FC236}">
                  <a16:creationId xmlns:a16="http://schemas.microsoft.com/office/drawing/2014/main" id="{32BCDFF3-0EB7-24D8-5492-051857D6BC1F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4" name="Google Shape;497;p25">
              <a:extLst>
                <a:ext uri="{FF2B5EF4-FFF2-40B4-BE49-F238E27FC236}">
                  <a16:creationId xmlns:a16="http://schemas.microsoft.com/office/drawing/2014/main" id="{AFA9639F-803C-74A2-3642-3A48A54AC4B8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5" name="Google Shape;498;p25">
            <a:extLst>
              <a:ext uri="{FF2B5EF4-FFF2-40B4-BE49-F238E27FC236}">
                <a16:creationId xmlns:a16="http://schemas.microsoft.com/office/drawing/2014/main" id="{B4FC191D-5521-04B7-D90F-D2AAC78564AF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26" name="Google Shape;499;p25">
              <a:extLst>
                <a:ext uri="{FF2B5EF4-FFF2-40B4-BE49-F238E27FC236}">
                  <a16:creationId xmlns:a16="http://schemas.microsoft.com/office/drawing/2014/main" id="{EA2457EC-AE3E-B47A-C601-E5F70AF50EC6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7" name="Google Shape;500;p25">
              <a:extLst>
                <a:ext uri="{FF2B5EF4-FFF2-40B4-BE49-F238E27FC236}">
                  <a16:creationId xmlns:a16="http://schemas.microsoft.com/office/drawing/2014/main" id="{CBBCC475-CBB7-B507-E372-88D13493848E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8" name="Google Shape;502;p25">
            <a:extLst>
              <a:ext uri="{FF2B5EF4-FFF2-40B4-BE49-F238E27FC236}">
                <a16:creationId xmlns:a16="http://schemas.microsoft.com/office/drawing/2014/main" id="{A41DB7CE-9E2B-6A57-9F1D-86257D68EA9B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129" name="Google Shape;503;p25">
              <a:extLst>
                <a:ext uri="{FF2B5EF4-FFF2-40B4-BE49-F238E27FC236}">
                  <a16:creationId xmlns:a16="http://schemas.microsoft.com/office/drawing/2014/main" id="{A8D6EDB8-DAC9-6DB2-6FFC-A0B8EFC18209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504;p25">
              <a:extLst>
                <a:ext uri="{FF2B5EF4-FFF2-40B4-BE49-F238E27FC236}">
                  <a16:creationId xmlns:a16="http://schemas.microsoft.com/office/drawing/2014/main" id="{3FD826E7-39A6-5291-7AD8-EF5D74AC2FEB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1" name="Google Shape;505;p25">
              <a:extLst>
                <a:ext uri="{FF2B5EF4-FFF2-40B4-BE49-F238E27FC236}">
                  <a16:creationId xmlns:a16="http://schemas.microsoft.com/office/drawing/2014/main" id="{0D543823-791C-78F5-6CEC-4968A57E825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2" name="Google Shape;506;p25">
            <a:extLst>
              <a:ext uri="{FF2B5EF4-FFF2-40B4-BE49-F238E27FC236}">
                <a16:creationId xmlns:a16="http://schemas.microsoft.com/office/drawing/2014/main" id="{18B209DC-3AE1-D370-86AC-B22D9C144265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133" name="Google Shape;507;p25">
              <a:extLst>
                <a:ext uri="{FF2B5EF4-FFF2-40B4-BE49-F238E27FC236}">
                  <a16:creationId xmlns:a16="http://schemas.microsoft.com/office/drawing/2014/main" id="{ABADEFA6-A70E-736E-25CE-C15E2338B1F3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34" name="Google Shape;508;p25">
              <a:extLst>
                <a:ext uri="{FF2B5EF4-FFF2-40B4-BE49-F238E27FC236}">
                  <a16:creationId xmlns:a16="http://schemas.microsoft.com/office/drawing/2014/main" id="{36933C4B-2C11-CA98-A891-41F4ECD0A50B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35" name="Google Shape;510;p25">
            <a:extLst>
              <a:ext uri="{FF2B5EF4-FFF2-40B4-BE49-F238E27FC236}">
                <a16:creationId xmlns:a16="http://schemas.microsoft.com/office/drawing/2014/main" id="{E287BCEE-BBED-FC56-379E-B28DC18FBEEE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136" name="Google Shape;511;p25">
              <a:extLst>
                <a:ext uri="{FF2B5EF4-FFF2-40B4-BE49-F238E27FC236}">
                  <a16:creationId xmlns:a16="http://schemas.microsoft.com/office/drawing/2014/main" id="{D9001ADD-BA90-FE43-BBA1-B0927ABD91F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12;p25">
              <a:extLst>
                <a:ext uri="{FF2B5EF4-FFF2-40B4-BE49-F238E27FC236}">
                  <a16:creationId xmlns:a16="http://schemas.microsoft.com/office/drawing/2014/main" id="{68CAD1FF-B442-67A7-D7CE-B04E3C978D1D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8" name="Google Shape;513;p25">
              <a:extLst>
                <a:ext uri="{FF2B5EF4-FFF2-40B4-BE49-F238E27FC236}">
                  <a16:creationId xmlns:a16="http://schemas.microsoft.com/office/drawing/2014/main" id="{916E72B9-82DE-91A2-7CCA-13E76918336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" name="Google Shape;514;p25">
            <a:extLst>
              <a:ext uri="{FF2B5EF4-FFF2-40B4-BE49-F238E27FC236}">
                <a16:creationId xmlns:a16="http://schemas.microsoft.com/office/drawing/2014/main" id="{E3407A8E-9AA5-21FA-1D18-E4DAAAA30205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140" name="Google Shape;515;p25">
              <a:extLst>
                <a:ext uri="{FF2B5EF4-FFF2-40B4-BE49-F238E27FC236}">
                  <a16:creationId xmlns:a16="http://schemas.microsoft.com/office/drawing/2014/main" id="{91AE83A8-F534-B7E9-0779-B38A00741ED4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41" name="Google Shape;516;p25">
              <a:extLst>
                <a:ext uri="{FF2B5EF4-FFF2-40B4-BE49-F238E27FC236}">
                  <a16:creationId xmlns:a16="http://schemas.microsoft.com/office/drawing/2014/main" id="{8A4371AA-86F1-D979-0124-D99D56DE8910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2" name="Google Shape;518;p25">
            <a:extLst>
              <a:ext uri="{FF2B5EF4-FFF2-40B4-BE49-F238E27FC236}">
                <a16:creationId xmlns:a16="http://schemas.microsoft.com/office/drawing/2014/main" id="{E511B568-6F28-1FCB-4AD3-125458582D40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143" name="Google Shape;519;p25">
              <a:extLst>
                <a:ext uri="{FF2B5EF4-FFF2-40B4-BE49-F238E27FC236}">
                  <a16:creationId xmlns:a16="http://schemas.microsoft.com/office/drawing/2014/main" id="{B6A60885-6EE4-1B2F-D475-FDBB7D3DB6F0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520;p25">
              <a:extLst>
                <a:ext uri="{FF2B5EF4-FFF2-40B4-BE49-F238E27FC236}">
                  <a16:creationId xmlns:a16="http://schemas.microsoft.com/office/drawing/2014/main" id="{B392F92A-E9D4-C02C-7A05-982E9D6D9D03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521;p25">
            <a:extLst>
              <a:ext uri="{FF2B5EF4-FFF2-40B4-BE49-F238E27FC236}">
                <a16:creationId xmlns:a16="http://schemas.microsoft.com/office/drawing/2014/main" id="{9A887DEB-F204-EF09-CC91-80430F31A74E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146" name="Google Shape;522;p25">
              <a:extLst>
                <a:ext uri="{FF2B5EF4-FFF2-40B4-BE49-F238E27FC236}">
                  <a16:creationId xmlns:a16="http://schemas.microsoft.com/office/drawing/2014/main" id="{696EC370-C275-4E45-ABE7-87183C826095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523;p25">
              <a:extLst>
                <a:ext uri="{FF2B5EF4-FFF2-40B4-BE49-F238E27FC236}">
                  <a16:creationId xmlns:a16="http://schemas.microsoft.com/office/drawing/2014/main" id="{20CF3053-DA29-6A24-C28C-6FA8F2BA39C2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525;p25">
            <a:extLst>
              <a:ext uri="{FF2B5EF4-FFF2-40B4-BE49-F238E27FC236}">
                <a16:creationId xmlns:a16="http://schemas.microsoft.com/office/drawing/2014/main" id="{5835629D-EE7C-B3FD-9C7A-BC2A80EE187E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510;p25">
            <a:extLst>
              <a:ext uri="{FF2B5EF4-FFF2-40B4-BE49-F238E27FC236}">
                <a16:creationId xmlns:a16="http://schemas.microsoft.com/office/drawing/2014/main" id="{80E490B3-8928-EC78-DEAB-5FE051456EDE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150" name="Google Shape;511;p25">
              <a:extLst>
                <a:ext uri="{FF2B5EF4-FFF2-40B4-BE49-F238E27FC236}">
                  <a16:creationId xmlns:a16="http://schemas.microsoft.com/office/drawing/2014/main" id="{2218395F-73A0-AB99-78FC-0161EFB2A828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512;p25">
              <a:extLst>
                <a:ext uri="{FF2B5EF4-FFF2-40B4-BE49-F238E27FC236}">
                  <a16:creationId xmlns:a16="http://schemas.microsoft.com/office/drawing/2014/main" id="{0F2E16A8-94D2-91A9-D5B4-872D1229177A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" name="Google Shape;513;p25">
              <a:extLst>
                <a:ext uri="{FF2B5EF4-FFF2-40B4-BE49-F238E27FC236}">
                  <a16:creationId xmlns:a16="http://schemas.microsoft.com/office/drawing/2014/main" id="{F5F84F41-7EF8-F1DF-D42B-786A8A11F6E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" name="Google Shape;514;p25">
            <a:extLst>
              <a:ext uri="{FF2B5EF4-FFF2-40B4-BE49-F238E27FC236}">
                <a16:creationId xmlns:a16="http://schemas.microsoft.com/office/drawing/2014/main" id="{6FDB39BE-B8C1-3CD7-D039-C22DC9E723DD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154" name="Google Shape;515;p25">
              <a:extLst>
                <a:ext uri="{FF2B5EF4-FFF2-40B4-BE49-F238E27FC236}">
                  <a16:creationId xmlns:a16="http://schemas.microsoft.com/office/drawing/2014/main" id="{F0B8DF41-98A3-8295-41AE-1232C81D4805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55" name="Google Shape;516;p25">
              <a:extLst>
                <a:ext uri="{FF2B5EF4-FFF2-40B4-BE49-F238E27FC236}">
                  <a16:creationId xmlns:a16="http://schemas.microsoft.com/office/drawing/2014/main" id="{79F31772-3E86-1EAC-3281-485472D4E834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56" name="Google Shape;524;p25">
            <a:extLst>
              <a:ext uri="{FF2B5EF4-FFF2-40B4-BE49-F238E27FC236}">
                <a16:creationId xmlns:a16="http://schemas.microsoft.com/office/drawing/2014/main" id="{8085CBF0-B493-51DC-30AA-107E3F56323D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157" name="Google Shape;525;p25">
              <a:extLst>
                <a:ext uri="{FF2B5EF4-FFF2-40B4-BE49-F238E27FC236}">
                  <a16:creationId xmlns:a16="http://schemas.microsoft.com/office/drawing/2014/main" id="{4B790242-B564-D987-AF18-2D1024E784E8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526;p25">
              <a:extLst>
                <a:ext uri="{FF2B5EF4-FFF2-40B4-BE49-F238E27FC236}">
                  <a16:creationId xmlns:a16="http://schemas.microsoft.com/office/drawing/2014/main" id="{D657C93D-E5F9-33A8-BFFC-611063A413F8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" name="Graphic 158" descr="Pencil with solid fill">
            <a:extLst>
              <a:ext uri="{FF2B5EF4-FFF2-40B4-BE49-F238E27FC236}">
                <a16:creationId xmlns:a16="http://schemas.microsoft.com/office/drawing/2014/main" id="{6B19CAE5-248F-A096-EB91-2AD898A68D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68A6AE1-6258-E924-5D0E-D82D61AA36B9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161" name="Google Shape;491;p25">
              <a:extLst>
                <a:ext uri="{FF2B5EF4-FFF2-40B4-BE49-F238E27FC236}">
                  <a16:creationId xmlns:a16="http://schemas.microsoft.com/office/drawing/2014/main" id="{C438C426-1521-4A9F-E670-2A69364E7D68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2" name="Graphic 161" descr="Single gear with solid fill">
              <a:extLst>
                <a:ext uri="{FF2B5EF4-FFF2-40B4-BE49-F238E27FC236}">
                  <a16:creationId xmlns:a16="http://schemas.microsoft.com/office/drawing/2014/main" id="{60ABA7D6-68DB-0496-A3E0-4CA3E6654B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89D950C9-70B9-29E5-62D0-6E13A2A0EBD5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5C39768-21D4-543B-ED75-5645B2F6C64E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000EEE0-8F5F-E9A7-E76B-DD58B55F2DFB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9E245C7-415D-6712-6344-93C9118F76ED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76CF914-8F99-AED0-BBC8-D27FE05487CE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862130A-0AEE-12A4-A78A-45A4ACB79A05}"/>
              </a:ext>
            </a:extLst>
          </p:cNvPr>
          <p:cNvSpPr txBox="1"/>
          <p:nvPr/>
        </p:nvSpPr>
        <p:spPr>
          <a:xfrm>
            <a:off x="983436" y="1594671"/>
            <a:ext cx="730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pPr marL="285750" indent="-285750">
              <a:buFontTx/>
              <a:buChar char="-"/>
            </a:pPr>
            <a:endParaRPr lang="fr-CA" sz="1600">
              <a:latin typeface="Karla" pitchFamily="2" charset="0"/>
              <a:cs typeface="Rubik Black" panose="020B0604020202020204" charset="-79"/>
            </a:endParaRPr>
          </a:p>
        </p:txBody>
      </p:sp>
      <p:sp>
        <p:nvSpPr>
          <p:cNvPr id="183" name="Google Shape;413;p23">
            <a:extLst>
              <a:ext uri="{FF2B5EF4-FFF2-40B4-BE49-F238E27FC236}">
                <a16:creationId xmlns:a16="http://schemas.microsoft.com/office/drawing/2014/main" id="{3E446FF1-59E6-0E19-FCE2-D6BE1359FB86}"/>
              </a:ext>
            </a:extLst>
          </p:cNvPr>
          <p:cNvSpPr/>
          <p:nvPr/>
        </p:nvSpPr>
        <p:spPr>
          <a:xfrm>
            <a:off x="3224892" y="1385425"/>
            <a:ext cx="2694300" cy="457200"/>
          </a:xfrm>
          <a:prstGeom prst="rect">
            <a:avLst/>
          </a:prstGeom>
          <a:solidFill>
            <a:srgbClr val="FCF6E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rPr>
              <a:t>Utilisateurs</a:t>
            </a:r>
            <a:endParaRPr sz="24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184" name="Google Shape;414;p23">
            <a:extLst>
              <a:ext uri="{FF2B5EF4-FFF2-40B4-BE49-F238E27FC236}">
                <a16:creationId xmlns:a16="http://schemas.microsoft.com/office/drawing/2014/main" id="{EDCA6E19-3918-A3FA-0C02-7D6BAA7CBDED}"/>
              </a:ext>
            </a:extLst>
          </p:cNvPr>
          <p:cNvGrpSpPr/>
          <p:nvPr/>
        </p:nvGrpSpPr>
        <p:grpSpPr>
          <a:xfrm>
            <a:off x="989513" y="2369475"/>
            <a:ext cx="3328200" cy="2019065"/>
            <a:chOff x="989513" y="2455200"/>
            <a:chExt cx="3328200" cy="2019065"/>
          </a:xfrm>
        </p:grpSpPr>
        <p:sp>
          <p:nvSpPr>
            <p:cNvPr id="185" name="Google Shape;415;p23">
              <a:extLst>
                <a:ext uri="{FF2B5EF4-FFF2-40B4-BE49-F238E27FC236}">
                  <a16:creationId xmlns:a16="http://schemas.microsoft.com/office/drawing/2014/main" id="{4D967F52-1042-7A8B-6DF5-443C09D1AC49}"/>
                </a:ext>
              </a:extLst>
            </p:cNvPr>
            <p:cNvSpPr/>
            <p:nvPr/>
          </p:nvSpPr>
          <p:spPr>
            <a:xfrm>
              <a:off x="1349092" y="2455200"/>
              <a:ext cx="2694300" cy="457200"/>
            </a:xfrm>
            <a:prstGeom prst="rect">
              <a:avLst/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Utilisateur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86" name="Google Shape;416;p23">
              <a:extLst>
                <a:ext uri="{FF2B5EF4-FFF2-40B4-BE49-F238E27FC236}">
                  <a16:creationId xmlns:a16="http://schemas.microsoft.com/office/drawing/2014/main" id="{C7A0E72B-ED15-97EB-08E8-6D169C6A52E4}"/>
                </a:ext>
              </a:extLst>
            </p:cNvPr>
            <p:cNvSpPr txBox="1"/>
            <p:nvPr/>
          </p:nvSpPr>
          <p:spPr>
            <a:xfrm>
              <a:off x="989513" y="2888465"/>
              <a:ext cx="3328200" cy="15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indent="-317500">
                <a:buSzPts val="1400"/>
                <a:buFont typeface="Karla"/>
                <a:buChar char="●"/>
              </a:pPr>
              <a:r>
                <a:rPr lang="fr-CA">
                  <a:latin typeface="Karla"/>
                  <a:ea typeface="Karla"/>
                  <a:cs typeface="Karla"/>
                  <a:sym typeface="Karla"/>
                </a:rPr>
                <a:t>S’inscrire à la plateforme.</a:t>
              </a:r>
              <a:br>
                <a:rPr lang="fr-CA"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latin typeface="Karla"/>
                <a:ea typeface="Karla"/>
                <a:cs typeface="Karla"/>
                <a:sym typeface="Karla"/>
              </a:endParaRPr>
            </a:p>
            <a:p>
              <a:pPr marL="457200" indent="-317500"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Modifier son profil.</a:t>
              </a:r>
              <a:b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457200" indent="-317500"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Supprimer définitivement son compte.</a:t>
              </a:r>
              <a:b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457200" indent="-317500"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Consulter la liste des mentors.</a:t>
              </a:r>
              <a:endPara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7" name="Google Shape;417;p23">
            <a:extLst>
              <a:ext uri="{FF2B5EF4-FFF2-40B4-BE49-F238E27FC236}">
                <a16:creationId xmlns:a16="http://schemas.microsoft.com/office/drawing/2014/main" id="{957122A4-E09B-5B44-8A88-3D5C82955AE7}"/>
              </a:ext>
            </a:extLst>
          </p:cNvPr>
          <p:cNvGrpSpPr/>
          <p:nvPr/>
        </p:nvGrpSpPr>
        <p:grpSpPr>
          <a:xfrm>
            <a:off x="4958550" y="2350425"/>
            <a:ext cx="3328200" cy="2067249"/>
            <a:chOff x="4958550" y="2455200"/>
            <a:chExt cx="3328200" cy="2067249"/>
          </a:xfrm>
        </p:grpSpPr>
        <p:sp>
          <p:nvSpPr>
            <p:cNvPr id="188" name="Google Shape;418;p23">
              <a:extLst>
                <a:ext uri="{FF2B5EF4-FFF2-40B4-BE49-F238E27FC236}">
                  <a16:creationId xmlns:a16="http://schemas.microsoft.com/office/drawing/2014/main" id="{1112D5C6-65B9-0D7F-E2E2-918B9FCB566B}"/>
                </a:ext>
              </a:extLst>
            </p:cNvPr>
            <p:cNvSpPr/>
            <p:nvPr/>
          </p:nvSpPr>
          <p:spPr>
            <a:xfrm>
              <a:off x="5100742" y="2455200"/>
              <a:ext cx="2694300" cy="457200"/>
            </a:xfrm>
            <a:prstGeom prst="rect">
              <a:avLst/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Rubik Black"/>
                  <a:ea typeface="Rubik Black"/>
                  <a:cs typeface="Rubik Black"/>
                  <a:sym typeface="Rubik Black"/>
                </a:rPr>
                <a:t>Admin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89" name="Google Shape;419;p23">
              <a:extLst>
                <a:ext uri="{FF2B5EF4-FFF2-40B4-BE49-F238E27FC236}">
                  <a16:creationId xmlns:a16="http://schemas.microsoft.com/office/drawing/2014/main" id="{3D9F279D-EE20-0B27-45A7-7942417899D8}"/>
                </a:ext>
              </a:extLst>
            </p:cNvPr>
            <p:cNvSpPr txBox="1"/>
            <p:nvPr/>
          </p:nvSpPr>
          <p:spPr>
            <a:xfrm>
              <a:off x="4958550" y="2936649"/>
              <a:ext cx="3328200" cy="15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Consultation de la liste intégrale des utilisateurs.</a:t>
              </a:r>
              <a:b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Gestion / Modification des utilisateurs.</a:t>
              </a:r>
              <a:b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  <a:p>
              <a:pPr marL="457200" lvl="0" indent="-317500"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Suppression définitive ou temporaire.</a:t>
              </a:r>
            </a:p>
          </p:txBody>
        </p:sp>
      </p:grpSp>
      <p:cxnSp>
        <p:nvCxnSpPr>
          <p:cNvPr id="190" name="Google Shape;420;p23">
            <a:extLst>
              <a:ext uri="{FF2B5EF4-FFF2-40B4-BE49-F238E27FC236}">
                <a16:creationId xmlns:a16="http://schemas.microsoft.com/office/drawing/2014/main" id="{6DA73B4C-41F3-BA5A-385C-ACCF465A076D}"/>
              </a:ext>
            </a:extLst>
          </p:cNvPr>
          <p:cNvCxnSpPr>
            <a:cxnSpLocks/>
            <a:endCxn id="183" idx="1"/>
          </p:cNvCxnSpPr>
          <p:nvPr/>
        </p:nvCxnSpPr>
        <p:spPr>
          <a:xfrm rot="-5400000">
            <a:off x="1743650" y="836850"/>
            <a:ext cx="704100" cy="22584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421;p23">
            <a:extLst>
              <a:ext uri="{FF2B5EF4-FFF2-40B4-BE49-F238E27FC236}">
                <a16:creationId xmlns:a16="http://schemas.microsoft.com/office/drawing/2014/main" id="{126A2813-3FF7-17A9-A428-B81F66ACEC22}"/>
              </a:ext>
            </a:extLst>
          </p:cNvPr>
          <p:cNvCxnSpPr>
            <a:cxnSpLocks/>
            <a:endCxn id="183" idx="3"/>
          </p:cNvCxnSpPr>
          <p:nvPr/>
        </p:nvCxnSpPr>
        <p:spPr>
          <a:xfrm rot="5400000" flipH="1">
            <a:off x="6696331" y="836800"/>
            <a:ext cx="704100" cy="22584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" name="Google Shape;659;p29">
            <a:extLst>
              <a:ext uri="{FF2B5EF4-FFF2-40B4-BE49-F238E27FC236}">
                <a16:creationId xmlns:a16="http://schemas.microsoft.com/office/drawing/2014/main" id="{44F2A657-A58B-6C87-2617-1EFEB24812DE}"/>
              </a:ext>
            </a:extLst>
          </p:cNvPr>
          <p:cNvSpPr/>
          <p:nvPr/>
        </p:nvSpPr>
        <p:spPr>
          <a:xfrm rot="5400000">
            <a:off x="879344" y="2392185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660;p29">
            <a:extLst>
              <a:ext uri="{FF2B5EF4-FFF2-40B4-BE49-F238E27FC236}">
                <a16:creationId xmlns:a16="http://schemas.microsoft.com/office/drawing/2014/main" id="{1AF50B69-4E8A-4313-77BF-79606390F1AF}"/>
              </a:ext>
            </a:extLst>
          </p:cNvPr>
          <p:cNvSpPr/>
          <p:nvPr/>
        </p:nvSpPr>
        <p:spPr>
          <a:xfrm rot="16200000">
            <a:off x="7889288" y="2373640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5897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1573A2B0-A646-7766-ECC7-1E3D4763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BD91831A-3177-4DFE-FE2F-22C643332726}"/>
              </a:ext>
            </a:extLst>
          </p:cNvPr>
          <p:cNvSpPr txBox="1"/>
          <p:nvPr/>
        </p:nvSpPr>
        <p:spPr>
          <a:xfrm>
            <a:off x="893131" y="895413"/>
            <a:ext cx="390746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Fonctionnement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7299DAC-E9A6-2B82-6E01-4EF80B78B352}"/>
              </a:ext>
            </a:extLst>
          </p:cNvPr>
          <p:cNvGrpSpPr/>
          <p:nvPr/>
        </p:nvGrpSpPr>
        <p:grpSpPr>
          <a:xfrm>
            <a:off x="460034" y="812075"/>
            <a:ext cx="444980" cy="446767"/>
            <a:chOff x="460034" y="812075"/>
            <a:chExt cx="444980" cy="446767"/>
          </a:xfrm>
        </p:grpSpPr>
        <p:sp>
          <p:nvSpPr>
            <p:cNvPr id="2" name="Google Shape;491;p25">
              <a:extLst>
                <a:ext uri="{FF2B5EF4-FFF2-40B4-BE49-F238E27FC236}">
                  <a16:creationId xmlns:a16="http://schemas.microsoft.com/office/drawing/2014/main" id="{ACF47FE3-7CD9-41E6-CFF6-3DA552B71018}"/>
                </a:ext>
              </a:extLst>
            </p:cNvPr>
            <p:cNvSpPr/>
            <p:nvPr/>
          </p:nvSpPr>
          <p:spPr>
            <a:xfrm>
              <a:off x="465111" y="81207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Graphic 2" descr="Single gear with solid fill">
              <a:extLst>
                <a:ext uri="{FF2B5EF4-FFF2-40B4-BE49-F238E27FC236}">
                  <a16:creationId xmlns:a16="http://schemas.microsoft.com/office/drawing/2014/main" id="{F168F98A-4DCF-E75C-B347-5691B6BE7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141166">
              <a:off x="460034" y="813862"/>
              <a:ext cx="444980" cy="444980"/>
            </a:xfrm>
            <a:prstGeom prst="rect">
              <a:avLst/>
            </a:prstGeom>
          </p:spPr>
        </p:pic>
      </p:grpSp>
      <p:grpSp>
        <p:nvGrpSpPr>
          <p:cNvPr id="114" name="Google Shape;482;p25">
            <a:extLst>
              <a:ext uri="{FF2B5EF4-FFF2-40B4-BE49-F238E27FC236}">
                <a16:creationId xmlns:a16="http://schemas.microsoft.com/office/drawing/2014/main" id="{54E87A9C-F2EF-FA7F-4006-6ECDA96AA79C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115" name="Google Shape;483;p25">
              <a:extLst>
                <a:ext uri="{FF2B5EF4-FFF2-40B4-BE49-F238E27FC236}">
                  <a16:creationId xmlns:a16="http://schemas.microsoft.com/office/drawing/2014/main" id="{BBDA3A46-5D91-6A2C-FBDB-75AE6EA4614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84;p25">
              <a:extLst>
                <a:ext uri="{FF2B5EF4-FFF2-40B4-BE49-F238E27FC236}">
                  <a16:creationId xmlns:a16="http://schemas.microsoft.com/office/drawing/2014/main" id="{A9E9F17C-37EB-192A-5368-E8D267B3782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485;p25">
              <a:extLst>
                <a:ext uri="{FF2B5EF4-FFF2-40B4-BE49-F238E27FC236}">
                  <a16:creationId xmlns:a16="http://schemas.microsoft.com/office/drawing/2014/main" id="{9AE62C9E-3F10-48F1-3298-CB8B1FE1E0F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8" name="Google Shape;486;p25">
            <a:extLst>
              <a:ext uri="{FF2B5EF4-FFF2-40B4-BE49-F238E27FC236}">
                <a16:creationId xmlns:a16="http://schemas.microsoft.com/office/drawing/2014/main" id="{CA065BCB-150D-F81E-338C-DDAF534B1FE2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119" name="Google Shape;487;p25">
              <a:extLst>
                <a:ext uri="{FF2B5EF4-FFF2-40B4-BE49-F238E27FC236}">
                  <a16:creationId xmlns:a16="http://schemas.microsoft.com/office/drawing/2014/main" id="{92C8E9B4-AC44-4943-7E6C-B9DF6E4CB54C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0" name="Google Shape;488;p25">
              <a:extLst>
                <a:ext uri="{FF2B5EF4-FFF2-40B4-BE49-F238E27FC236}">
                  <a16:creationId xmlns:a16="http://schemas.microsoft.com/office/drawing/2014/main" id="{80A4B632-891C-336B-B191-C021F3D0CC6D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1" name="Google Shape;494;p25">
            <a:extLst>
              <a:ext uri="{FF2B5EF4-FFF2-40B4-BE49-F238E27FC236}">
                <a16:creationId xmlns:a16="http://schemas.microsoft.com/office/drawing/2014/main" id="{8912DF0F-6B10-87B6-9B2F-E6667C5C610F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22" name="Google Shape;495;p25">
              <a:extLst>
                <a:ext uri="{FF2B5EF4-FFF2-40B4-BE49-F238E27FC236}">
                  <a16:creationId xmlns:a16="http://schemas.microsoft.com/office/drawing/2014/main" id="{306796B3-BC15-D2E3-3333-93306F0E2B6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96;p25">
              <a:extLst>
                <a:ext uri="{FF2B5EF4-FFF2-40B4-BE49-F238E27FC236}">
                  <a16:creationId xmlns:a16="http://schemas.microsoft.com/office/drawing/2014/main" id="{066D737E-0072-20DD-71D4-C5425CC84BD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4" name="Google Shape;497;p25">
              <a:extLst>
                <a:ext uri="{FF2B5EF4-FFF2-40B4-BE49-F238E27FC236}">
                  <a16:creationId xmlns:a16="http://schemas.microsoft.com/office/drawing/2014/main" id="{EA85B353-9DDB-E8E0-70D7-11CEC8014FE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5" name="Google Shape;498;p25">
            <a:extLst>
              <a:ext uri="{FF2B5EF4-FFF2-40B4-BE49-F238E27FC236}">
                <a16:creationId xmlns:a16="http://schemas.microsoft.com/office/drawing/2014/main" id="{84785079-4C82-2CD9-FC85-2AEE37484FEB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26" name="Google Shape;499;p25">
              <a:extLst>
                <a:ext uri="{FF2B5EF4-FFF2-40B4-BE49-F238E27FC236}">
                  <a16:creationId xmlns:a16="http://schemas.microsoft.com/office/drawing/2014/main" id="{51AFF50F-909D-F120-7FC3-76D32DE81722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7" name="Google Shape;500;p25">
              <a:extLst>
                <a:ext uri="{FF2B5EF4-FFF2-40B4-BE49-F238E27FC236}">
                  <a16:creationId xmlns:a16="http://schemas.microsoft.com/office/drawing/2014/main" id="{65AE6DC4-8E3E-C5A2-C1CA-FBE1FC37627E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8" name="Google Shape;502;p25">
            <a:extLst>
              <a:ext uri="{FF2B5EF4-FFF2-40B4-BE49-F238E27FC236}">
                <a16:creationId xmlns:a16="http://schemas.microsoft.com/office/drawing/2014/main" id="{74E5874C-399B-F22D-FBF2-3F347F57EB7C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129" name="Google Shape;503;p25">
              <a:extLst>
                <a:ext uri="{FF2B5EF4-FFF2-40B4-BE49-F238E27FC236}">
                  <a16:creationId xmlns:a16="http://schemas.microsoft.com/office/drawing/2014/main" id="{CA4500F9-A74B-67CA-B376-F87654792A5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504;p25">
              <a:extLst>
                <a:ext uri="{FF2B5EF4-FFF2-40B4-BE49-F238E27FC236}">
                  <a16:creationId xmlns:a16="http://schemas.microsoft.com/office/drawing/2014/main" id="{6DCCEB8D-9DA6-B75B-B812-829E4471C9A7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1" name="Google Shape;505;p25">
              <a:extLst>
                <a:ext uri="{FF2B5EF4-FFF2-40B4-BE49-F238E27FC236}">
                  <a16:creationId xmlns:a16="http://schemas.microsoft.com/office/drawing/2014/main" id="{D073DC9A-14AC-95BB-0DEA-5B1CEA5EECC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2" name="Google Shape;506;p25">
            <a:extLst>
              <a:ext uri="{FF2B5EF4-FFF2-40B4-BE49-F238E27FC236}">
                <a16:creationId xmlns:a16="http://schemas.microsoft.com/office/drawing/2014/main" id="{EA2D6D17-C628-7D3E-68BB-FC91E9F288E3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133" name="Google Shape;507;p25">
              <a:extLst>
                <a:ext uri="{FF2B5EF4-FFF2-40B4-BE49-F238E27FC236}">
                  <a16:creationId xmlns:a16="http://schemas.microsoft.com/office/drawing/2014/main" id="{FC529553-1215-5DD4-4770-65539C8BFC6A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34" name="Google Shape;508;p25">
              <a:extLst>
                <a:ext uri="{FF2B5EF4-FFF2-40B4-BE49-F238E27FC236}">
                  <a16:creationId xmlns:a16="http://schemas.microsoft.com/office/drawing/2014/main" id="{45A54FB3-3239-E141-89F7-6EB1ED7585E7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35" name="Google Shape;510;p25">
            <a:extLst>
              <a:ext uri="{FF2B5EF4-FFF2-40B4-BE49-F238E27FC236}">
                <a16:creationId xmlns:a16="http://schemas.microsoft.com/office/drawing/2014/main" id="{2360BECC-E334-69BC-A6FB-D654A50E884F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136" name="Google Shape;511;p25">
              <a:extLst>
                <a:ext uri="{FF2B5EF4-FFF2-40B4-BE49-F238E27FC236}">
                  <a16:creationId xmlns:a16="http://schemas.microsoft.com/office/drawing/2014/main" id="{5168E5C0-9857-15C8-97B2-2B45AD1C17F1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12;p25">
              <a:extLst>
                <a:ext uri="{FF2B5EF4-FFF2-40B4-BE49-F238E27FC236}">
                  <a16:creationId xmlns:a16="http://schemas.microsoft.com/office/drawing/2014/main" id="{2EE625EA-D40F-E412-8C41-AFB9EAACF6F3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8" name="Google Shape;513;p25">
              <a:extLst>
                <a:ext uri="{FF2B5EF4-FFF2-40B4-BE49-F238E27FC236}">
                  <a16:creationId xmlns:a16="http://schemas.microsoft.com/office/drawing/2014/main" id="{E7F8E764-8EDE-D799-DF43-6DD399D2670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" name="Google Shape;514;p25">
            <a:extLst>
              <a:ext uri="{FF2B5EF4-FFF2-40B4-BE49-F238E27FC236}">
                <a16:creationId xmlns:a16="http://schemas.microsoft.com/office/drawing/2014/main" id="{3F95B19B-31F0-FCC9-9B8B-1236F34CB92C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140" name="Google Shape;515;p25">
              <a:extLst>
                <a:ext uri="{FF2B5EF4-FFF2-40B4-BE49-F238E27FC236}">
                  <a16:creationId xmlns:a16="http://schemas.microsoft.com/office/drawing/2014/main" id="{1C7E57BD-EEEB-D67A-BD6F-1F4BFA108B94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41" name="Google Shape;516;p25">
              <a:extLst>
                <a:ext uri="{FF2B5EF4-FFF2-40B4-BE49-F238E27FC236}">
                  <a16:creationId xmlns:a16="http://schemas.microsoft.com/office/drawing/2014/main" id="{EE6DA55B-4D9E-DD9D-B515-192715DDEDB5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2" name="Google Shape;518;p25">
            <a:extLst>
              <a:ext uri="{FF2B5EF4-FFF2-40B4-BE49-F238E27FC236}">
                <a16:creationId xmlns:a16="http://schemas.microsoft.com/office/drawing/2014/main" id="{0B8FD734-81A2-E5DB-52EA-854A34491A26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143" name="Google Shape;519;p25">
              <a:extLst>
                <a:ext uri="{FF2B5EF4-FFF2-40B4-BE49-F238E27FC236}">
                  <a16:creationId xmlns:a16="http://schemas.microsoft.com/office/drawing/2014/main" id="{7DC6395C-AC1F-6EBC-B54B-9692269D4247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520;p25">
              <a:extLst>
                <a:ext uri="{FF2B5EF4-FFF2-40B4-BE49-F238E27FC236}">
                  <a16:creationId xmlns:a16="http://schemas.microsoft.com/office/drawing/2014/main" id="{5F4103E2-ED92-6FD2-AB3F-3E91ED393C39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521;p25">
            <a:extLst>
              <a:ext uri="{FF2B5EF4-FFF2-40B4-BE49-F238E27FC236}">
                <a16:creationId xmlns:a16="http://schemas.microsoft.com/office/drawing/2014/main" id="{BCAD3692-2D3D-6B4E-B72B-6B9BDA9C0D1F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146" name="Google Shape;522;p25">
              <a:extLst>
                <a:ext uri="{FF2B5EF4-FFF2-40B4-BE49-F238E27FC236}">
                  <a16:creationId xmlns:a16="http://schemas.microsoft.com/office/drawing/2014/main" id="{28445CE7-0C07-2984-3F65-798A498D6759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523;p25">
              <a:extLst>
                <a:ext uri="{FF2B5EF4-FFF2-40B4-BE49-F238E27FC236}">
                  <a16:creationId xmlns:a16="http://schemas.microsoft.com/office/drawing/2014/main" id="{99928F0F-17A9-4C92-7F1B-B2CFBB76D14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525;p25">
            <a:extLst>
              <a:ext uri="{FF2B5EF4-FFF2-40B4-BE49-F238E27FC236}">
                <a16:creationId xmlns:a16="http://schemas.microsoft.com/office/drawing/2014/main" id="{057183F8-DF48-19B1-6F83-DE46BD0A8DF3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510;p25">
            <a:extLst>
              <a:ext uri="{FF2B5EF4-FFF2-40B4-BE49-F238E27FC236}">
                <a16:creationId xmlns:a16="http://schemas.microsoft.com/office/drawing/2014/main" id="{A7345105-F88F-3057-2F44-27E5DDE73865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150" name="Google Shape;511;p25">
              <a:extLst>
                <a:ext uri="{FF2B5EF4-FFF2-40B4-BE49-F238E27FC236}">
                  <a16:creationId xmlns:a16="http://schemas.microsoft.com/office/drawing/2014/main" id="{8F774D8D-C763-D9F5-F69C-3257FF3C4C68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512;p25">
              <a:extLst>
                <a:ext uri="{FF2B5EF4-FFF2-40B4-BE49-F238E27FC236}">
                  <a16:creationId xmlns:a16="http://schemas.microsoft.com/office/drawing/2014/main" id="{9689FF89-BE82-F29F-856A-F45619CB2C77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" name="Google Shape;513;p25">
              <a:extLst>
                <a:ext uri="{FF2B5EF4-FFF2-40B4-BE49-F238E27FC236}">
                  <a16:creationId xmlns:a16="http://schemas.microsoft.com/office/drawing/2014/main" id="{F2699F35-1C81-6FE7-9FC7-6D8D302B7076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" name="Google Shape;514;p25">
            <a:extLst>
              <a:ext uri="{FF2B5EF4-FFF2-40B4-BE49-F238E27FC236}">
                <a16:creationId xmlns:a16="http://schemas.microsoft.com/office/drawing/2014/main" id="{F209A772-19F0-DD20-A3F6-38002555D889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154" name="Google Shape;515;p25">
              <a:extLst>
                <a:ext uri="{FF2B5EF4-FFF2-40B4-BE49-F238E27FC236}">
                  <a16:creationId xmlns:a16="http://schemas.microsoft.com/office/drawing/2014/main" id="{73354030-238F-0E10-1559-092F916AF82D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55" name="Google Shape;516;p25">
              <a:extLst>
                <a:ext uri="{FF2B5EF4-FFF2-40B4-BE49-F238E27FC236}">
                  <a16:creationId xmlns:a16="http://schemas.microsoft.com/office/drawing/2014/main" id="{350E4713-03B0-9F7B-6ED8-5BECB64A120B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56" name="Google Shape;524;p25">
            <a:extLst>
              <a:ext uri="{FF2B5EF4-FFF2-40B4-BE49-F238E27FC236}">
                <a16:creationId xmlns:a16="http://schemas.microsoft.com/office/drawing/2014/main" id="{590200DE-0602-8170-A544-4B6649345E36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157" name="Google Shape;525;p25">
              <a:extLst>
                <a:ext uri="{FF2B5EF4-FFF2-40B4-BE49-F238E27FC236}">
                  <a16:creationId xmlns:a16="http://schemas.microsoft.com/office/drawing/2014/main" id="{0892DFC5-8AF6-CE77-4710-8DD21E15C38A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526;p25">
              <a:extLst>
                <a:ext uri="{FF2B5EF4-FFF2-40B4-BE49-F238E27FC236}">
                  <a16:creationId xmlns:a16="http://schemas.microsoft.com/office/drawing/2014/main" id="{8B649DA0-1442-24F6-2D28-A3F675F3070D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" name="Graphic 158" descr="Pencil with solid fill">
            <a:extLst>
              <a:ext uri="{FF2B5EF4-FFF2-40B4-BE49-F238E27FC236}">
                <a16:creationId xmlns:a16="http://schemas.microsoft.com/office/drawing/2014/main" id="{2CEFB3AE-079E-AF35-389D-E15C328904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F2DBE02-4253-13FA-9D10-7981B19E5FAE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161" name="Google Shape;491;p25">
              <a:extLst>
                <a:ext uri="{FF2B5EF4-FFF2-40B4-BE49-F238E27FC236}">
                  <a16:creationId xmlns:a16="http://schemas.microsoft.com/office/drawing/2014/main" id="{55BD237C-B14B-0056-6F4D-297C20E81DE4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2" name="Graphic 161" descr="Single gear with solid fill">
              <a:extLst>
                <a:ext uri="{FF2B5EF4-FFF2-40B4-BE49-F238E27FC236}">
                  <a16:creationId xmlns:a16="http://schemas.microsoft.com/office/drawing/2014/main" id="{8713CCBC-E56A-88DC-4EA2-C0B90004E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B5080AA9-8A75-C9DD-B9D9-2AD4F9DFCF66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ABB25B6-51A4-C029-CA3F-191F2523F819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7A4FA14-1513-5E85-9C58-9165857C71B2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5E7E0476-3E3B-97AF-E545-9DEAFB489751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D2AF1919-7882-28F9-DA7E-7938F6A342F1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F1AEA4B-9D9C-ACC8-BECF-084DCFE9DA9A}"/>
              </a:ext>
            </a:extLst>
          </p:cNvPr>
          <p:cNvSpPr txBox="1"/>
          <p:nvPr/>
        </p:nvSpPr>
        <p:spPr>
          <a:xfrm>
            <a:off x="983436" y="1661346"/>
            <a:ext cx="7303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CA" sz="1600">
              <a:latin typeface="Karla" pitchFamily="2" charset="0"/>
              <a:cs typeface="Rubik Black" panose="020B0604020202020204" charset="-79"/>
            </a:endParaRPr>
          </a:p>
          <a:p>
            <a:pPr marL="285750" indent="-285750">
              <a:buFontTx/>
              <a:buChar char="-"/>
            </a:pPr>
            <a:endParaRPr lang="fr-CA" sz="1600">
              <a:latin typeface="Karla" pitchFamily="2" charset="0"/>
              <a:cs typeface="Rubik Black" panose="020B0604020202020204" charset="-79"/>
            </a:endParaRPr>
          </a:p>
        </p:txBody>
      </p:sp>
      <p:sp>
        <p:nvSpPr>
          <p:cNvPr id="183" name="Google Shape;413;p23">
            <a:extLst>
              <a:ext uri="{FF2B5EF4-FFF2-40B4-BE49-F238E27FC236}">
                <a16:creationId xmlns:a16="http://schemas.microsoft.com/office/drawing/2014/main" id="{F5B91799-F552-1C57-A340-70B2621CF2C6}"/>
              </a:ext>
            </a:extLst>
          </p:cNvPr>
          <p:cNvSpPr/>
          <p:nvPr/>
        </p:nvSpPr>
        <p:spPr>
          <a:xfrm>
            <a:off x="3224892" y="1452100"/>
            <a:ext cx="2694300" cy="457200"/>
          </a:xfrm>
          <a:prstGeom prst="rect">
            <a:avLst/>
          </a:prstGeom>
          <a:solidFill>
            <a:srgbClr val="FCF6E8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rPr>
              <a:t>Ressources</a:t>
            </a:r>
            <a:endParaRPr sz="24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184" name="Google Shape;414;p23">
            <a:extLst>
              <a:ext uri="{FF2B5EF4-FFF2-40B4-BE49-F238E27FC236}">
                <a16:creationId xmlns:a16="http://schemas.microsoft.com/office/drawing/2014/main" id="{03ACB85F-5E10-BD4F-2B92-2C350923F34F}"/>
              </a:ext>
            </a:extLst>
          </p:cNvPr>
          <p:cNvGrpSpPr/>
          <p:nvPr/>
        </p:nvGrpSpPr>
        <p:grpSpPr>
          <a:xfrm>
            <a:off x="715051" y="2426625"/>
            <a:ext cx="3387118" cy="2057314"/>
            <a:chOff x="715051" y="2455200"/>
            <a:chExt cx="3387118" cy="2057314"/>
          </a:xfrm>
        </p:grpSpPr>
        <p:sp>
          <p:nvSpPr>
            <p:cNvPr id="185" name="Google Shape;415;p23">
              <a:extLst>
                <a:ext uri="{FF2B5EF4-FFF2-40B4-BE49-F238E27FC236}">
                  <a16:creationId xmlns:a16="http://schemas.microsoft.com/office/drawing/2014/main" id="{F00591F4-D5D3-19CA-29C6-7E28B344513A}"/>
                </a:ext>
              </a:extLst>
            </p:cNvPr>
            <p:cNvSpPr/>
            <p:nvPr/>
          </p:nvSpPr>
          <p:spPr>
            <a:xfrm>
              <a:off x="1349092" y="2455200"/>
              <a:ext cx="2694300" cy="457200"/>
            </a:xfrm>
            <a:prstGeom prst="rect">
              <a:avLst/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Rubik Black"/>
                  <a:ea typeface="Rubik Black"/>
                  <a:cs typeface="Rubik Black"/>
                  <a:sym typeface="Rubik Black"/>
                </a:rPr>
                <a:t>Utilisateur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86" name="Google Shape;416;p23">
              <a:extLst>
                <a:ext uri="{FF2B5EF4-FFF2-40B4-BE49-F238E27FC236}">
                  <a16:creationId xmlns:a16="http://schemas.microsoft.com/office/drawing/2014/main" id="{038B6509-A2DB-E849-A3CC-FA1B5E9F972D}"/>
                </a:ext>
              </a:extLst>
            </p:cNvPr>
            <p:cNvSpPr txBox="1"/>
            <p:nvPr/>
          </p:nvSpPr>
          <p:spPr>
            <a:xfrm>
              <a:off x="715051" y="3029694"/>
              <a:ext cx="3387118" cy="14828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indent="-317500">
                <a:buSzPts val="1400"/>
                <a:buFont typeface="Karla"/>
                <a:buChar char="●"/>
              </a:pPr>
              <a:r>
                <a:rPr lang="fr-CA">
                  <a:latin typeface="Karla"/>
                  <a:ea typeface="Karla"/>
                  <a:cs typeface="Karla"/>
                  <a:sym typeface="Karla"/>
                </a:rPr>
                <a:t>Enregistrer une ressource personnelle dans la bibliothèque.</a:t>
              </a:r>
              <a:br>
                <a:rPr lang="fr-CA"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latin typeface="Karla"/>
                <a:ea typeface="Karla"/>
                <a:cs typeface="Karla"/>
                <a:sym typeface="Karla"/>
              </a:endParaRPr>
            </a:p>
            <a:p>
              <a:pPr marL="457200" indent="-317500"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Effectuer une recherche sur les ressources disponibles.</a:t>
              </a:r>
              <a:endPara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7" name="Google Shape;417;p23">
            <a:extLst>
              <a:ext uri="{FF2B5EF4-FFF2-40B4-BE49-F238E27FC236}">
                <a16:creationId xmlns:a16="http://schemas.microsoft.com/office/drawing/2014/main" id="{888F28CE-2D38-E8C9-2D73-51FE3707591D}"/>
              </a:ext>
            </a:extLst>
          </p:cNvPr>
          <p:cNvGrpSpPr/>
          <p:nvPr/>
        </p:nvGrpSpPr>
        <p:grpSpPr>
          <a:xfrm>
            <a:off x="5100742" y="2417100"/>
            <a:ext cx="3328208" cy="2153325"/>
            <a:chOff x="5100742" y="2455200"/>
            <a:chExt cx="3328208" cy="2153325"/>
          </a:xfrm>
        </p:grpSpPr>
        <p:sp>
          <p:nvSpPr>
            <p:cNvPr id="188" name="Google Shape;418;p23">
              <a:extLst>
                <a:ext uri="{FF2B5EF4-FFF2-40B4-BE49-F238E27FC236}">
                  <a16:creationId xmlns:a16="http://schemas.microsoft.com/office/drawing/2014/main" id="{2D568B5E-193E-AEDA-FB89-FEDAB7FFC5A3}"/>
                </a:ext>
              </a:extLst>
            </p:cNvPr>
            <p:cNvSpPr/>
            <p:nvPr/>
          </p:nvSpPr>
          <p:spPr>
            <a:xfrm>
              <a:off x="5100742" y="2455200"/>
              <a:ext cx="2694300" cy="457200"/>
            </a:xfrm>
            <a:prstGeom prst="rect">
              <a:avLst/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Rubik Black"/>
                  <a:ea typeface="Rubik Black"/>
                  <a:cs typeface="Rubik Black"/>
                  <a:sym typeface="Rubik Black"/>
                </a:rPr>
                <a:t>Mentor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89" name="Google Shape;419;p23">
              <a:extLst>
                <a:ext uri="{FF2B5EF4-FFF2-40B4-BE49-F238E27FC236}">
                  <a16:creationId xmlns:a16="http://schemas.microsoft.com/office/drawing/2014/main" id="{0589F364-E2A2-CE37-7A9B-74002316D0AA}"/>
                </a:ext>
              </a:extLst>
            </p:cNvPr>
            <p:cNvSpPr txBox="1"/>
            <p:nvPr/>
          </p:nvSpPr>
          <p:spPr>
            <a:xfrm>
              <a:off x="5100750" y="3106593"/>
              <a:ext cx="3328200" cy="1501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Karla"/>
                <a:buChar char="●"/>
              </a:pPr>
              <a:r>
                <a:rPr lang="fr-CA">
                  <a:latin typeface="Karla"/>
                  <a:ea typeface="Karla"/>
                  <a:cs typeface="Karla"/>
                  <a:sym typeface="Karla"/>
                </a:rPr>
                <a:t>Créer des ressources à partager.</a:t>
              </a:r>
              <a:br>
                <a:rPr lang="fr-CA">
                  <a:latin typeface="Karla"/>
                  <a:ea typeface="Karla"/>
                  <a:cs typeface="Karla"/>
                  <a:sym typeface="Karla"/>
                </a:rPr>
              </a:br>
              <a:endParaRPr lang="fr-CA">
                <a:latin typeface="Karla"/>
                <a:ea typeface="Karla"/>
                <a:cs typeface="Karla"/>
                <a:sym typeface="Karla"/>
              </a:endParaRPr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Karla"/>
                <a:buChar char="●"/>
              </a:pPr>
              <a:r>
                <a:rPr lang="fr-CA">
                  <a:solidFill>
                    <a:schemeClr val="dk1"/>
                  </a:solidFill>
                  <a:latin typeface="Karla"/>
                  <a:ea typeface="Karla"/>
                  <a:cs typeface="Karla"/>
                  <a:sym typeface="Karla"/>
                </a:rPr>
                <a:t>Gérer la visibilité des ressources propriétaires.</a:t>
              </a:r>
            </a:p>
            <a:p>
              <a:pPr marL="457200" lvl="0" indent="-317500" algn="l" rtl="0">
                <a:spcBef>
                  <a:spcPts val="0"/>
                </a:spcBef>
                <a:spcAft>
                  <a:spcPts val="0"/>
                </a:spcAft>
                <a:buSzPts val="1400"/>
                <a:buFont typeface="Karla"/>
                <a:buChar char="●"/>
              </a:pPr>
              <a:endParaRPr lang="fr-CA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cxnSp>
        <p:nvCxnSpPr>
          <p:cNvPr id="190" name="Google Shape;420;p23">
            <a:extLst>
              <a:ext uri="{FF2B5EF4-FFF2-40B4-BE49-F238E27FC236}">
                <a16:creationId xmlns:a16="http://schemas.microsoft.com/office/drawing/2014/main" id="{4D519FBD-2F9C-2A69-FA6C-C0EB03581B55}"/>
              </a:ext>
            </a:extLst>
          </p:cNvPr>
          <p:cNvCxnSpPr>
            <a:cxnSpLocks/>
            <a:endCxn id="183" idx="1"/>
          </p:cNvCxnSpPr>
          <p:nvPr/>
        </p:nvCxnSpPr>
        <p:spPr>
          <a:xfrm rot="-5400000">
            <a:off x="1743650" y="903525"/>
            <a:ext cx="704100" cy="22584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421;p23">
            <a:extLst>
              <a:ext uri="{FF2B5EF4-FFF2-40B4-BE49-F238E27FC236}">
                <a16:creationId xmlns:a16="http://schemas.microsoft.com/office/drawing/2014/main" id="{8EA436BB-4411-78A6-8A5A-E7A65E1A38B4}"/>
              </a:ext>
            </a:extLst>
          </p:cNvPr>
          <p:cNvCxnSpPr>
            <a:cxnSpLocks/>
            <a:endCxn id="183" idx="3"/>
          </p:cNvCxnSpPr>
          <p:nvPr/>
        </p:nvCxnSpPr>
        <p:spPr>
          <a:xfrm rot="5400000" flipH="1">
            <a:off x="6696331" y="903475"/>
            <a:ext cx="704100" cy="2258400"/>
          </a:xfrm>
          <a:prstGeom prst="bentConnector2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" name="Google Shape;659;p29">
            <a:extLst>
              <a:ext uri="{FF2B5EF4-FFF2-40B4-BE49-F238E27FC236}">
                <a16:creationId xmlns:a16="http://schemas.microsoft.com/office/drawing/2014/main" id="{21E7D9BB-28F4-B071-2CDD-06B275C8FB10}"/>
              </a:ext>
            </a:extLst>
          </p:cNvPr>
          <p:cNvSpPr/>
          <p:nvPr/>
        </p:nvSpPr>
        <p:spPr>
          <a:xfrm rot="5400000">
            <a:off x="879344" y="2458860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660;p29">
            <a:extLst>
              <a:ext uri="{FF2B5EF4-FFF2-40B4-BE49-F238E27FC236}">
                <a16:creationId xmlns:a16="http://schemas.microsoft.com/office/drawing/2014/main" id="{B62C5844-7208-5060-5EE6-A96F749BCFD8}"/>
              </a:ext>
            </a:extLst>
          </p:cNvPr>
          <p:cNvSpPr/>
          <p:nvPr/>
        </p:nvSpPr>
        <p:spPr>
          <a:xfrm rot="16200000">
            <a:off x="7889288" y="2440315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3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6456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0FAA451B-EF32-4ED0-3123-2C033805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A7035221-25B2-BE3A-D5D9-656787894BAB}"/>
              </a:ext>
            </a:extLst>
          </p:cNvPr>
          <p:cNvSpPr txBox="1"/>
          <p:nvPr/>
        </p:nvSpPr>
        <p:spPr>
          <a:xfrm>
            <a:off x="893131" y="895413"/>
            <a:ext cx="390746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Fonctionnement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695121-CC16-795E-5FC7-569925652242}"/>
              </a:ext>
            </a:extLst>
          </p:cNvPr>
          <p:cNvGrpSpPr/>
          <p:nvPr/>
        </p:nvGrpSpPr>
        <p:grpSpPr>
          <a:xfrm>
            <a:off x="460034" y="812075"/>
            <a:ext cx="444980" cy="446767"/>
            <a:chOff x="460034" y="812075"/>
            <a:chExt cx="444980" cy="446767"/>
          </a:xfrm>
        </p:grpSpPr>
        <p:sp>
          <p:nvSpPr>
            <p:cNvPr id="2" name="Google Shape;491;p25">
              <a:extLst>
                <a:ext uri="{FF2B5EF4-FFF2-40B4-BE49-F238E27FC236}">
                  <a16:creationId xmlns:a16="http://schemas.microsoft.com/office/drawing/2014/main" id="{57BB3D59-EAE6-4BCD-958D-3FD7A8758589}"/>
                </a:ext>
              </a:extLst>
            </p:cNvPr>
            <p:cNvSpPr/>
            <p:nvPr/>
          </p:nvSpPr>
          <p:spPr>
            <a:xfrm>
              <a:off x="465111" y="81207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Graphic 2" descr="Single gear with solid fill">
              <a:extLst>
                <a:ext uri="{FF2B5EF4-FFF2-40B4-BE49-F238E27FC236}">
                  <a16:creationId xmlns:a16="http://schemas.microsoft.com/office/drawing/2014/main" id="{837CD667-B58A-5736-1D78-558FBAC9C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141166">
              <a:off x="460034" y="813862"/>
              <a:ext cx="444980" cy="444980"/>
            </a:xfrm>
            <a:prstGeom prst="rect">
              <a:avLst/>
            </a:prstGeom>
          </p:spPr>
        </p:pic>
      </p:grpSp>
      <p:grpSp>
        <p:nvGrpSpPr>
          <p:cNvPr id="114" name="Google Shape;482;p25">
            <a:extLst>
              <a:ext uri="{FF2B5EF4-FFF2-40B4-BE49-F238E27FC236}">
                <a16:creationId xmlns:a16="http://schemas.microsoft.com/office/drawing/2014/main" id="{80D68007-F6C5-E841-BC9A-B065F02A3048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115" name="Google Shape;483;p25">
              <a:extLst>
                <a:ext uri="{FF2B5EF4-FFF2-40B4-BE49-F238E27FC236}">
                  <a16:creationId xmlns:a16="http://schemas.microsoft.com/office/drawing/2014/main" id="{AC13C780-9192-3E08-AE23-2C485A1F9DB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484;p25">
              <a:extLst>
                <a:ext uri="{FF2B5EF4-FFF2-40B4-BE49-F238E27FC236}">
                  <a16:creationId xmlns:a16="http://schemas.microsoft.com/office/drawing/2014/main" id="{295AC548-E74E-075B-6A34-00ED5260D4DE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7" name="Google Shape;485;p25">
              <a:extLst>
                <a:ext uri="{FF2B5EF4-FFF2-40B4-BE49-F238E27FC236}">
                  <a16:creationId xmlns:a16="http://schemas.microsoft.com/office/drawing/2014/main" id="{166652E1-3143-F35E-22AD-869949BAB4C0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18" name="Google Shape;486;p25">
            <a:extLst>
              <a:ext uri="{FF2B5EF4-FFF2-40B4-BE49-F238E27FC236}">
                <a16:creationId xmlns:a16="http://schemas.microsoft.com/office/drawing/2014/main" id="{A6CDB2C5-3EC5-C085-A2D8-B00FB8156345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119" name="Google Shape;487;p25">
              <a:extLst>
                <a:ext uri="{FF2B5EF4-FFF2-40B4-BE49-F238E27FC236}">
                  <a16:creationId xmlns:a16="http://schemas.microsoft.com/office/drawing/2014/main" id="{92452F24-3EDD-19FF-946B-E7950B8EE3FB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0" name="Google Shape;488;p25">
              <a:extLst>
                <a:ext uri="{FF2B5EF4-FFF2-40B4-BE49-F238E27FC236}">
                  <a16:creationId xmlns:a16="http://schemas.microsoft.com/office/drawing/2014/main" id="{F634FDE2-3C62-31CA-DA71-97AF53889DAB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1" name="Google Shape;494;p25">
            <a:extLst>
              <a:ext uri="{FF2B5EF4-FFF2-40B4-BE49-F238E27FC236}">
                <a16:creationId xmlns:a16="http://schemas.microsoft.com/office/drawing/2014/main" id="{2BF1CD4F-8775-64B7-D85C-BCC01DBEF0FB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22" name="Google Shape;495;p25">
              <a:extLst>
                <a:ext uri="{FF2B5EF4-FFF2-40B4-BE49-F238E27FC236}">
                  <a16:creationId xmlns:a16="http://schemas.microsoft.com/office/drawing/2014/main" id="{6B3A29DF-AA15-281F-A1AC-A70DB755586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496;p25">
              <a:extLst>
                <a:ext uri="{FF2B5EF4-FFF2-40B4-BE49-F238E27FC236}">
                  <a16:creationId xmlns:a16="http://schemas.microsoft.com/office/drawing/2014/main" id="{9DE4C462-8FC4-E5CB-4852-55FD456AA1E6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4" name="Google Shape;497;p25">
              <a:extLst>
                <a:ext uri="{FF2B5EF4-FFF2-40B4-BE49-F238E27FC236}">
                  <a16:creationId xmlns:a16="http://schemas.microsoft.com/office/drawing/2014/main" id="{837D2927-8DB5-FCFC-6DFB-ED95EB405F1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5" name="Google Shape;498;p25">
            <a:extLst>
              <a:ext uri="{FF2B5EF4-FFF2-40B4-BE49-F238E27FC236}">
                <a16:creationId xmlns:a16="http://schemas.microsoft.com/office/drawing/2014/main" id="{AB6FF70B-2678-B5A3-00C1-7337CA2967A4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26" name="Google Shape;499;p25">
              <a:extLst>
                <a:ext uri="{FF2B5EF4-FFF2-40B4-BE49-F238E27FC236}">
                  <a16:creationId xmlns:a16="http://schemas.microsoft.com/office/drawing/2014/main" id="{640CF484-E3F8-56C3-0488-648CCBC76325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27" name="Google Shape;500;p25">
              <a:extLst>
                <a:ext uri="{FF2B5EF4-FFF2-40B4-BE49-F238E27FC236}">
                  <a16:creationId xmlns:a16="http://schemas.microsoft.com/office/drawing/2014/main" id="{B8F7BE10-03D3-5F6F-9A1D-DB34FF7471D2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8" name="Google Shape;502;p25">
            <a:extLst>
              <a:ext uri="{FF2B5EF4-FFF2-40B4-BE49-F238E27FC236}">
                <a16:creationId xmlns:a16="http://schemas.microsoft.com/office/drawing/2014/main" id="{C05A8967-3361-6B1E-630A-62EFA196E892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129" name="Google Shape;503;p25">
              <a:extLst>
                <a:ext uri="{FF2B5EF4-FFF2-40B4-BE49-F238E27FC236}">
                  <a16:creationId xmlns:a16="http://schemas.microsoft.com/office/drawing/2014/main" id="{FE3D49E4-CF75-0A39-17E7-2F13A43576F2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504;p25">
              <a:extLst>
                <a:ext uri="{FF2B5EF4-FFF2-40B4-BE49-F238E27FC236}">
                  <a16:creationId xmlns:a16="http://schemas.microsoft.com/office/drawing/2014/main" id="{865314E3-D50B-DD7F-53CF-AA66888202EB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1" name="Google Shape;505;p25">
              <a:extLst>
                <a:ext uri="{FF2B5EF4-FFF2-40B4-BE49-F238E27FC236}">
                  <a16:creationId xmlns:a16="http://schemas.microsoft.com/office/drawing/2014/main" id="{3A37BB08-B4C1-FFF7-9586-549CE99C4AF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2" name="Google Shape;506;p25">
            <a:extLst>
              <a:ext uri="{FF2B5EF4-FFF2-40B4-BE49-F238E27FC236}">
                <a16:creationId xmlns:a16="http://schemas.microsoft.com/office/drawing/2014/main" id="{A9222144-C7A5-7DC9-806A-A2B3DAAE5E37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133" name="Google Shape;507;p25">
              <a:extLst>
                <a:ext uri="{FF2B5EF4-FFF2-40B4-BE49-F238E27FC236}">
                  <a16:creationId xmlns:a16="http://schemas.microsoft.com/office/drawing/2014/main" id="{E189AEB6-7759-8B72-FC31-244BF8A11EA3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34" name="Google Shape;508;p25">
              <a:extLst>
                <a:ext uri="{FF2B5EF4-FFF2-40B4-BE49-F238E27FC236}">
                  <a16:creationId xmlns:a16="http://schemas.microsoft.com/office/drawing/2014/main" id="{25A924A1-4253-E6E5-2BD3-24DC21E42955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35" name="Google Shape;510;p25">
            <a:extLst>
              <a:ext uri="{FF2B5EF4-FFF2-40B4-BE49-F238E27FC236}">
                <a16:creationId xmlns:a16="http://schemas.microsoft.com/office/drawing/2014/main" id="{9A604EC3-25D4-4E10-2F30-7A9CA88C0573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136" name="Google Shape;511;p25">
              <a:extLst>
                <a:ext uri="{FF2B5EF4-FFF2-40B4-BE49-F238E27FC236}">
                  <a16:creationId xmlns:a16="http://schemas.microsoft.com/office/drawing/2014/main" id="{81043AF8-ECD0-AD8D-5DC0-025FD4098138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512;p25">
              <a:extLst>
                <a:ext uri="{FF2B5EF4-FFF2-40B4-BE49-F238E27FC236}">
                  <a16:creationId xmlns:a16="http://schemas.microsoft.com/office/drawing/2014/main" id="{66674DB7-9FA4-3BB1-C4EC-0B4D4F62EB2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8" name="Google Shape;513;p25">
              <a:extLst>
                <a:ext uri="{FF2B5EF4-FFF2-40B4-BE49-F238E27FC236}">
                  <a16:creationId xmlns:a16="http://schemas.microsoft.com/office/drawing/2014/main" id="{65CB2583-AE3A-7055-8B60-2920C573124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" name="Google Shape;514;p25">
            <a:extLst>
              <a:ext uri="{FF2B5EF4-FFF2-40B4-BE49-F238E27FC236}">
                <a16:creationId xmlns:a16="http://schemas.microsoft.com/office/drawing/2014/main" id="{345904C0-D119-6C6F-4D00-F0657E5B7D94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140" name="Google Shape;515;p25">
              <a:extLst>
                <a:ext uri="{FF2B5EF4-FFF2-40B4-BE49-F238E27FC236}">
                  <a16:creationId xmlns:a16="http://schemas.microsoft.com/office/drawing/2014/main" id="{70E33533-C79F-8C68-76BE-C4CD5D88B7D3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41" name="Google Shape;516;p25">
              <a:extLst>
                <a:ext uri="{FF2B5EF4-FFF2-40B4-BE49-F238E27FC236}">
                  <a16:creationId xmlns:a16="http://schemas.microsoft.com/office/drawing/2014/main" id="{F36C9415-F3F0-DC56-FA9C-F3CB6ED88095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2" name="Google Shape;518;p25">
            <a:extLst>
              <a:ext uri="{FF2B5EF4-FFF2-40B4-BE49-F238E27FC236}">
                <a16:creationId xmlns:a16="http://schemas.microsoft.com/office/drawing/2014/main" id="{EEC335FC-61C1-EEA9-336B-B356938EA6D9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143" name="Google Shape;519;p25">
              <a:extLst>
                <a:ext uri="{FF2B5EF4-FFF2-40B4-BE49-F238E27FC236}">
                  <a16:creationId xmlns:a16="http://schemas.microsoft.com/office/drawing/2014/main" id="{D6A68147-0E14-A8CA-7FE2-39A008957ABA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520;p25">
              <a:extLst>
                <a:ext uri="{FF2B5EF4-FFF2-40B4-BE49-F238E27FC236}">
                  <a16:creationId xmlns:a16="http://schemas.microsoft.com/office/drawing/2014/main" id="{E92E5E9F-5C7B-1419-657B-95D9BF736AC0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" name="Google Shape;521;p25">
            <a:extLst>
              <a:ext uri="{FF2B5EF4-FFF2-40B4-BE49-F238E27FC236}">
                <a16:creationId xmlns:a16="http://schemas.microsoft.com/office/drawing/2014/main" id="{2F95256B-3E10-C739-A77A-75D01A73DEBB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146" name="Google Shape;522;p25">
              <a:extLst>
                <a:ext uri="{FF2B5EF4-FFF2-40B4-BE49-F238E27FC236}">
                  <a16:creationId xmlns:a16="http://schemas.microsoft.com/office/drawing/2014/main" id="{F03BD36E-98B4-2D28-FEB2-27EE99B95B86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523;p25">
              <a:extLst>
                <a:ext uri="{FF2B5EF4-FFF2-40B4-BE49-F238E27FC236}">
                  <a16:creationId xmlns:a16="http://schemas.microsoft.com/office/drawing/2014/main" id="{48D6D092-84ED-B667-5106-7AEE55BE4FC8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Google Shape;525;p25">
            <a:extLst>
              <a:ext uri="{FF2B5EF4-FFF2-40B4-BE49-F238E27FC236}">
                <a16:creationId xmlns:a16="http://schemas.microsoft.com/office/drawing/2014/main" id="{6A1684F6-724C-6E83-8574-9120B8DDE165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9" name="Google Shape;510;p25">
            <a:extLst>
              <a:ext uri="{FF2B5EF4-FFF2-40B4-BE49-F238E27FC236}">
                <a16:creationId xmlns:a16="http://schemas.microsoft.com/office/drawing/2014/main" id="{2F8F57FA-ECB1-64C8-2DC7-557B8C0428E6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150" name="Google Shape;511;p25">
              <a:extLst>
                <a:ext uri="{FF2B5EF4-FFF2-40B4-BE49-F238E27FC236}">
                  <a16:creationId xmlns:a16="http://schemas.microsoft.com/office/drawing/2014/main" id="{43386908-326F-32D8-A3C2-776E04E3C3A8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512;p25">
              <a:extLst>
                <a:ext uri="{FF2B5EF4-FFF2-40B4-BE49-F238E27FC236}">
                  <a16:creationId xmlns:a16="http://schemas.microsoft.com/office/drawing/2014/main" id="{8D6EAD6F-AE30-F2D1-5BF0-EB0543A5B045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2" name="Google Shape;513;p25">
              <a:extLst>
                <a:ext uri="{FF2B5EF4-FFF2-40B4-BE49-F238E27FC236}">
                  <a16:creationId xmlns:a16="http://schemas.microsoft.com/office/drawing/2014/main" id="{92EB48D4-8F81-80F8-A071-0695E2F46E50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" name="Google Shape;514;p25">
            <a:extLst>
              <a:ext uri="{FF2B5EF4-FFF2-40B4-BE49-F238E27FC236}">
                <a16:creationId xmlns:a16="http://schemas.microsoft.com/office/drawing/2014/main" id="{218D80B9-F025-2585-A7E5-9CE071C0EE18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154" name="Google Shape;515;p25">
              <a:extLst>
                <a:ext uri="{FF2B5EF4-FFF2-40B4-BE49-F238E27FC236}">
                  <a16:creationId xmlns:a16="http://schemas.microsoft.com/office/drawing/2014/main" id="{7E4227FD-BAAF-E6F6-7521-584F2381863F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55" name="Google Shape;516;p25">
              <a:extLst>
                <a:ext uri="{FF2B5EF4-FFF2-40B4-BE49-F238E27FC236}">
                  <a16:creationId xmlns:a16="http://schemas.microsoft.com/office/drawing/2014/main" id="{BF2A35E8-2184-CE73-69B3-A6EC78E66700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56" name="Google Shape;524;p25">
            <a:extLst>
              <a:ext uri="{FF2B5EF4-FFF2-40B4-BE49-F238E27FC236}">
                <a16:creationId xmlns:a16="http://schemas.microsoft.com/office/drawing/2014/main" id="{6C37A1D4-9293-C5D0-4E05-4321DD6CDEF8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157" name="Google Shape;525;p25">
              <a:extLst>
                <a:ext uri="{FF2B5EF4-FFF2-40B4-BE49-F238E27FC236}">
                  <a16:creationId xmlns:a16="http://schemas.microsoft.com/office/drawing/2014/main" id="{69CBC17E-166E-D131-BD3B-1523371EA047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526;p25">
              <a:extLst>
                <a:ext uri="{FF2B5EF4-FFF2-40B4-BE49-F238E27FC236}">
                  <a16:creationId xmlns:a16="http://schemas.microsoft.com/office/drawing/2014/main" id="{07A6C961-0143-ECEA-BE74-F638EFA41ACA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9" name="Graphic 158" descr="Pencil with solid fill">
            <a:extLst>
              <a:ext uri="{FF2B5EF4-FFF2-40B4-BE49-F238E27FC236}">
                <a16:creationId xmlns:a16="http://schemas.microsoft.com/office/drawing/2014/main" id="{28B54241-C739-56B4-24E4-C0BA2C1736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BA7904E-4C81-EB3B-895A-82ADFFBD9BAC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161" name="Google Shape;491;p25">
              <a:extLst>
                <a:ext uri="{FF2B5EF4-FFF2-40B4-BE49-F238E27FC236}">
                  <a16:creationId xmlns:a16="http://schemas.microsoft.com/office/drawing/2014/main" id="{31F76432-1EEE-7817-D2AA-2EF85237D6BA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62" name="Graphic 161" descr="Single gear with solid fill">
              <a:extLst>
                <a:ext uri="{FF2B5EF4-FFF2-40B4-BE49-F238E27FC236}">
                  <a16:creationId xmlns:a16="http://schemas.microsoft.com/office/drawing/2014/main" id="{F339264F-02D5-626D-30F6-4AE45638D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4E70B5D1-B249-1D55-3331-0CC00C6DE7A1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2E12DD9-3D1A-0573-BCE5-C1F2461E422F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8B359EB-F27B-1D09-5E44-25B934D56B90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C490B5F-57CA-B364-C792-8D7A00004671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99F35E4-FBC4-EFEC-2675-AAEB2FADA1AE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sp>
        <p:nvSpPr>
          <p:cNvPr id="5" name="Google Shape;1094;p42">
            <a:extLst>
              <a:ext uri="{FF2B5EF4-FFF2-40B4-BE49-F238E27FC236}">
                <a16:creationId xmlns:a16="http://schemas.microsoft.com/office/drawing/2014/main" id="{AB072978-49FA-D738-5EF6-9F6D29A6AAFA}"/>
              </a:ext>
            </a:extLst>
          </p:cNvPr>
          <p:cNvSpPr/>
          <p:nvPr/>
        </p:nvSpPr>
        <p:spPr>
          <a:xfrm>
            <a:off x="3111421" y="2923689"/>
            <a:ext cx="2901915" cy="1333610"/>
          </a:xfrm>
          <a:prstGeom prst="diamond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1095;p42">
            <a:extLst>
              <a:ext uri="{FF2B5EF4-FFF2-40B4-BE49-F238E27FC236}">
                <a16:creationId xmlns:a16="http://schemas.microsoft.com/office/drawing/2014/main" id="{107ADA65-A569-76DE-CBF4-DABA5B9A3CBF}"/>
              </a:ext>
            </a:extLst>
          </p:cNvPr>
          <p:cNvSpPr/>
          <p:nvPr/>
        </p:nvSpPr>
        <p:spPr>
          <a:xfrm>
            <a:off x="3111421" y="2454831"/>
            <a:ext cx="2901915" cy="1333610"/>
          </a:xfrm>
          <a:prstGeom prst="diamond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096;p42">
            <a:extLst>
              <a:ext uri="{FF2B5EF4-FFF2-40B4-BE49-F238E27FC236}">
                <a16:creationId xmlns:a16="http://schemas.microsoft.com/office/drawing/2014/main" id="{57AEFCE4-F106-3A8C-BCA8-4419A32F9E94}"/>
              </a:ext>
            </a:extLst>
          </p:cNvPr>
          <p:cNvSpPr/>
          <p:nvPr/>
        </p:nvSpPr>
        <p:spPr>
          <a:xfrm>
            <a:off x="3111421" y="1985972"/>
            <a:ext cx="2901915" cy="1333610"/>
          </a:xfrm>
          <a:prstGeom prst="diamond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097;p42">
            <a:extLst>
              <a:ext uri="{FF2B5EF4-FFF2-40B4-BE49-F238E27FC236}">
                <a16:creationId xmlns:a16="http://schemas.microsoft.com/office/drawing/2014/main" id="{39574CC7-1A3C-FD3D-DB12-6BC33A4B2BC3}"/>
              </a:ext>
            </a:extLst>
          </p:cNvPr>
          <p:cNvSpPr/>
          <p:nvPr/>
        </p:nvSpPr>
        <p:spPr>
          <a:xfrm>
            <a:off x="3111421" y="1517114"/>
            <a:ext cx="2901915" cy="1333610"/>
          </a:xfrm>
          <a:prstGeom prst="diamond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1098;p42">
            <a:extLst>
              <a:ext uri="{FF2B5EF4-FFF2-40B4-BE49-F238E27FC236}">
                <a16:creationId xmlns:a16="http://schemas.microsoft.com/office/drawing/2014/main" id="{4C71DB96-AD7D-3F55-54A5-31CC8DAAAAA9}"/>
              </a:ext>
            </a:extLst>
          </p:cNvPr>
          <p:cNvGrpSpPr/>
          <p:nvPr/>
        </p:nvGrpSpPr>
        <p:grpSpPr>
          <a:xfrm>
            <a:off x="715077" y="1499773"/>
            <a:ext cx="2000430" cy="1514556"/>
            <a:chOff x="715100" y="1600325"/>
            <a:chExt cx="2418900" cy="1412700"/>
          </a:xfrm>
        </p:grpSpPr>
        <p:sp>
          <p:nvSpPr>
            <p:cNvPr id="10" name="Google Shape;1099;p42">
              <a:extLst>
                <a:ext uri="{FF2B5EF4-FFF2-40B4-BE49-F238E27FC236}">
                  <a16:creationId xmlns:a16="http://schemas.microsoft.com/office/drawing/2014/main" id="{9CF482CC-A5B9-AAE0-5D10-15D4315B5BB4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00;p42">
              <a:extLst>
                <a:ext uri="{FF2B5EF4-FFF2-40B4-BE49-F238E27FC236}">
                  <a16:creationId xmlns:a16="http://schemas.microsoft.com/office/drawing/2014/main" id="{11F5D33E-51A5-04B7-7E05-A3B3A4183FF6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12" name="Google Shape;1101;p42">
                <a:extLst>
                  <a:ext uri="{FF2B5EF4-FFF2-40B4-BE49-F238E27FC236}">
                    <a16:creationId xmlns:a16="http://schemas.microsoft.com/office/drawing/2014/main" id="{8D5E2110-1B2F-CEDD-CD9C-A4129237CA64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" name="Google Shape;1102;p42">
                <a:extLst>
                  <a:ext uri="{FF2B5EF4-FFF2-40B4-BE49-F238E27FC236}">
                    <a16:creationId xmlns:a16="http://schemas.microsoft.com/office/drawing/2014/main" id="{DB59C82D-A6E5-C994-9FFB-8BB506D83712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" name="Google Shape;1103;p42">
            <a:extLst>
              <a:ext uri="{FF2B5EF4-FFF2-40B4-BE49-F238E27FC236}">
                <a16:creationId xmlns:a16="http://schemas.microsoft.com/office/drawing/2014/main" id="{5ADF64B6-DC8B-56AC-1606-6289CD04D574}"/>
              </a:ext>
            </a:extLst>
          </p:cNvPr>
          <p:cNvGrpSpPr/>
          <p:nvPr/>
        </p:nvGrpSpPr>
        <p:grpSpPr>
          <a:xfrm>
            <a:off x="690333" y="1695967"/>
            <a:ext cx="1924760" cy="1130475"/>
            <a:chOff x="706963" y="1695700"/>
            <a:chExt cx="1924760" cy="1130475"/>
          </a:xfrm>
        </p:grpSpPr>
        <p:sp>
          <p:nvSpPr>
            <p:cNvPr id="16" name="Google Shape;1104;p42">
              <a:extLst>
                <a:ext uri="{FF2B5EF4-FFF2-40B4-BE49-F238E27FC236}">
                  <a16:creationId xmlns:a16="http://schemas.microsoft.com/office/drawing/2014/main" id="{08E442CA-0A56-D52D-2F40-BE20E8AF5076}"/>
                </a:ext>
              </a:extLst>
            </p:cNvPr>
            <p:cNvSpPr txBox="1"/>
            <p:nvPr/>
          </p:nvSpPr>
          <p:spPr>
            <a:xfrm>
              <a:off x="821850" y="1695700"/>
              <a:ext cx="17115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Rubik Black"/>
                  <a:ea typeface="Rubik Black"/>
                  <a:cs typeface="Rubik Black"/>
                  <a:sym typeface="Rubik Black"/>
                </a:rPr>
                <a:t>FastAPI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7" name="Google Shape;1105;p42">
              <a:extLst>
                <a:ext uri="{FF2B5EF4-FFF2-40B4-BE49-F238E27FC236}">
                  <a16:creationId xmlns:a16="http://schemas.microsoft.com/office/drawing/2014/main" id="{CBD81ECE-B8B2-4A84-84F4-B35F5C468343}"/>
                </a:ext>
              </a:extLst>
            </p:cNvPr>
            <p:cNvSpPr txBox="1"/>
            <p:nvPr/>
          </p:nvSpPr>
          <p:spPr>
            <a:xfrm>
              <a:off x="706963" y="2056675"/>
              <a:ext cx="1924760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rla"/>
                  <a:ea typeface="Karla"/>
                  <a:cs typeface="Karla"/>
                  <a:sym typeface="Karla"/>
                </a:rPr>
                <a:t>Le framework FastAPI pour organiser les routes et services</a:t>
              </a:r>
              <a:endParaRPr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18" name="Google Shape;1106;p42">
            <a:extLst>
              <a:ext uri="{FF2B5EF4-FFF2-40B4-BE49-F238E27FC236}">
                <a16:creationId xmlns:a16="http://schemas.microsoft.com/office/drawing/2014/main" id="{15B1107B-BB25-8B08-3B7D-2AE1AE14E07C}"/>
              </a:ext>
            </a:extLst>
          </p:cNvPr>
          <p:cNvGrpSpPr/>
          <p:nvPr/>
        </p:nvGrpSpPr>
        <p:grpSpPr>
          <a:xfrm>
            <a:off x="715077" y="3093893"/>
            <a:ext cx="2000430" cy="1514556"/>
            <a:chOff x="715100" y="1600325"/>
            <a:chExt cx="2418900" cy="1412700"/>
          </a:xfrm>
        </p:grpSpPr>
        <p:sp>
          <p:nvSpPr>
            <p:cNvPr id="19" name="Google Shape;1107;p42">
              <a:extLst>
                <a:ext uri="{FF2B5EF4-FFF2-40B4-BE49-F238E27FC236}">
                  <a16:creationId xmlns:a16="http://schemas.microsoft.com/office/drawing/2014/main" id="{C99AE48F-90EB-A77D-13A7-F9A0D7EC5FDE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" name="Google Shape;1108;p42">
              <a:extLst>
                <a:ext uri="{FF2B5EF4-FFF2-40B4-BE49-F238E27FC236}">
                  <a16:creationId xmlns:a16="http://schemas.microsoft.com/office/drawing/2014/main" id="{591F7D97-A5C6-1A84-9D14-F90ADB3F3037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21" name="Google Shape;1109;p42">
                <a:extLst>
                  <a:ext uri="{FF2B5EF4-FFF2-40B4-BE49-F238E27FC236}">
                    <a16:creationId xmlns:a16="http://schemas.microsoft.com/office/drawing/2014/main" id="{D54A2E53-E619-B123-06C0-710E561D305B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" name="Google Shape;1110;p42">
                <a:extLst>
                  <a:ext uri="{FF2B5EF4-FFF2-40B4-BE49-F238E27FC236}">
                    <a16:creationId xmlns:a16="http://schemas.microsoft.com/office/drawing/2014/main" id="{E55FAA86-C020-6FAC-5A81-B3C164B2D6BA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3" name="Google Shape;1111;p42">
            <a:extLst>
              <a:ext uri="{FF2B5EF4-FFF2-40B4-BE49-F238E27FC236}">
                <a16:creationId xmlns:a16="http://schemas.microsoft.com/office/drawing/2014/main" id="{C88F2F82-15B7-A237-87AB-592991412CF4}"/>
              </a:ext>
            </a:extLst>
          </p:cNvPr>
          <p:cNvGrpSpPr/>
          <p:nvPr/>
        </p:nvGrpSpPr>
        <p:grpSpPr>
          <a:xfrm>
            <a:off x="742265" y="3289820"/>
            <a:ext cx="1854156" cy="1105617"/>
            <a:chOff x="742265" y="3289820"/>
            <a:chExt cx="1854156" cy="1105617"/>
          </a:xfrm>
        </p:grpSpPr>
        <p:sp>
          <p:nvSpPr>
            <p:cNvPr id="24" name="Google Shape;1112;p42">
              <a:extLst>
                <a:ext uri="{FF2B5EF4-FFF2-40B4-BE49-F238E27FC236}">
                  <a16:creationId xmlns:a16="http://schemas.microsoft.com/office/drawing/2014/main" id="{E49DAD70-C975-02E9-B137-A939AB4095EA}"/>
                </a:ext>
              </a:extLst>
            </p:cNvPr>
            <p:cNvSpPr txBox="1"/>
            <p:nvPr/>
          </p:nvSpPr>
          <p:spPr>
            <a:xfrm>
              <a:off x="821850" y="3289820"/>
              <a:ext cx="17115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Rubik Black"/>
                  <a:ea typeface="Rubik Black"/>
                  <a:cs typeface="Rubik Black"/>
                  <a:sym typeface="Rubik Black"/>
                </a:rPr>
                <a:t>Serveur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5" name="Google Shape;1113;p42">
              <a:extLst>
                <a:ext uri="{FF2B5EF4-FFF2-40B4-BE49-F238E27FC236}">
                  <a16:creationId xmlns:a16="http://schemas.microsoft.com/office/drawing/2014/main" id="{E6C86903-71A8-ECF6-B762-16411FD52EFE}"/>
                </a:ext>
              </a:extLst>
            </p:cNvPr>
            <p:cNvSpPr txBox="1"/>
            <p:nvPr/>
          </p:nvSpPr>
          <p:spPr>
            <a:xfrm>
              <a:off x="742265" y="3625937"/>
              <a:ext cx="1854156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rla"/>
                  <a:ea typeface="Karla"/>
                  <a:cs typeface="Karla"/>
                  <a:sym typeface="Karla"/>
                </a:rPr>
                <a:t>Le projet est hébergé sur un serveur accessible</a:t>
              </a:r>
              <a:endParaRPr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26" name="Google Shape;1114;p42">
            <a:extLst>
              <a:ext uri="{FF2B5EF4-FFF2-40B4-BE49-F238E27FC236}">
                <a16:creationId xmlns:a16="http://schemas.microsoft.com/office/drawing/2014/main" id="{EA191B31-BA87-112F-C10B-DEC6FDF378D8}"/>
              </a:ext>
            </a:extLst>
          </p:cNvPr>
          <p:cNvGrpSpPr/>
          <p:nvPr/>
        </p:nvGrpSpPr>
        <p:grpSpPr>
          <a:xfrm>
            <a:off x="6428702" y="1423573"/>
            <a:ext cx="2000430" cy="1514556"/>
            <a:chOff x="715100" y="1600325"/>
            <a:chExt cx="2418900" cy="1412700"/>
          </a:xfrm>
        </p:grpSpPr>
        <p:sp>
          <p:nvSpPr>
            <p:cNvPr id="27" name="Google Shape;1115;p42">
              <a:extLst>
                <a:ext uri="{FF2B5EF4-FFF2-40B4-BE49-F238E27FC236}">
                  <a16:creationId xmlns:a16="http://schemas.microsoft.com/office/drawing/2014/main" id="{D8079208-71EB-1BE5-4252-4716754F37B7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" name="Google Shape;1116;p42">
              <a:extLst>
                <a:ext uri="{FF2B5EF4-FFF2-40B4-BE49-F238E27FC236}">
                  <a16:creationId xmlns:a16="http://schemas.microsoft.com/office/drawing/2014/main" id="{AF9B871E-78CB-3F77-D8E7-39E61323B46E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29" name="Google Shape;1117;p42">
                <a:extLst>
                  <a:ext uri="{FF2B5EF4-FFF2-40B4-BE49-F238E27FC236}">
                    <a16:creationId xmlns:a16="http://schemas.microsoft.com/office/drawing/2014/main" id="{BCCCDE6F-37D4-664B-5AED-CCF08674854D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" name="Google Shape;1118;p42">
                <a:extLst>
                  <a:ext uri="{FF2B5EF4-FFF2-40B4-BE49-F238E27FC236}">
                    <a16:creationId xmlns:a16="http://schemas.microsoft.com/office/drawing/2014/main" id="{0808D675-FA00-A580-B9F1-25CD12B5AEE0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1" name="Google Shape;1119;p42">
            <a:extLst>
              <a:ext uri="{FF2B5EF4-FFF2-40B4-BE49-F238E27FC236}">
                <a16:creationId xmlns:a16="http://schemas.microsoft.com/office/drawing/2014/main" id="{A5CD6549-28DB-EE32-BBDC-EDE17D00D1E7}"/>
              </a:ext>
            </a:extLst>
          </p:cNvPr>
          <p:cNvGrpSpPr/>
          <p:nvPr/>
        </p:nvGrpSpPr>
        <p:grpSpPr>
          <a:xfrm>
            <a:off x="6509323" y="1619500"/>
            <a:ext cx="1781351" cy="1113138"/>
            <a:chOff x="6509323" y="1695700"/>
            <a:chExt cx="1781351" cy="1113138"/>
          </a:xfrm>
        </p:grpSpPr>
        <p:sp>
          <p:nvSpPr>
            <p:cNvPr id="32" name="Google Shape;1120;p42">
              <a:extLst>
                <a:ext uri="{FF2B5EF4-FFF2-40B4-BE49-F238E27FC236}">
                  <a16:creationId xmlns:a16="http://schemas.microsoft.com/office/drawing/2014/main" id="{3C2673E4-7D41-2F63-A546-4E3BCFC7EC28}"/>
                </a:ext>
              </a:extLst>
            </p:cNvPr>
            <p:cNvSpPr txBox="1"/>
            <p:nvPr/>
          </p:nvSpPr>
          <p:spPr>
            <a:xfrm>
              <a:off x="6535475" y="1695700"/>
              <a:ext cx="17115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Rubik Black"/>
                  <a:ea typeface="Rubik Black"/>
                  <a:cs typeface="Rubik Black"/>
                  <a:sym typeface="Rubik Black"/>
                </a:rPr>
                <a:t>MySQL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3" name="Google Shape;1121;p42">
              <a:extLst>
                <a:ext uri="{FF2B5EF4-FFF2-40B4-BE49-F238E27FC236}">
                  <a16:creationId xmlns:a16="http://schemas.microsoft.com/office/drawing/2014/main" id="{FF3D09E7-8562-9281-B559-AF865F6909DD}"/>
                </a:ext>
              </a:extLst>
            </p:cNvPr>
            <p:cNvSpPr txBox="1"/>
            <p:nvPr/>
          </p:nvSpPr>
          <p:spPr>
            <a:xfrm>
              <a:off x="6509323" y="2039338"/>
              <a:ext cx="1781351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000000"/>
                  </a:solidFill>
                  <a:latin typeface="Karla"/>
                  <a:ea typeface="Karla"/>
                  <a:cs typeface="Karla"/>
                  <a:sym typeface="Karla"/>
                </a:rPr>
                <a:t>Les données sont sauvegardées sous une base dédiée</a:t>
              </a:r>
              <a:endParaRPr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grpSp>
        <p:nvGrpSpPr>
          <p:cNvPr id="34" name="Google Shape;1122;p42">
            <a:extLst>
              <a:ext uri="{FF2B5EF4-FFF2-40B4-BE49-F238E27FC236}">
                <a16:creationId xmlns:a16="http://schemas.microsoft.com/office/drawing/2014/main" id="{87EB35E4-E3E6-039C-2393-D2C0101ACA25}"/>
              </a:ext>
            </a:extLst>
          </p:cNvPr>
          <p:cNvGrpSpPr/>
          <p:nvPr/>
        </p:nvGrpSpPr>
        <p:grpSpPr>
          <a:xfrm>
            <a:off x="6428702" y="3017693"/>
            <a:ext cx="2000430" cy="1514556"/>
            <a:chOff x="715100" y="1600325"/>
            <a:chExt cx="2418900" cy="1412700"/>
          </a:xfrm>
        </p:grpSpPr>
        <p:sp>
          <p:nvSpPr>
            <p:cNvPr id="35" name="Google Shape;1123;p42">
              <a:extLst>
                <a:ext uri="{FF2B5EF4-FFF2-40B4-BE49-F238E27FC236}">
                  <a16:creationId xmlns:a16="http://schemas.microsoft.com/office/drawing/2014/main" id="{069A6752-F27E-6E41-4D17-7BC4422CD96E}"/>
                </a:ext>
              </a:extLst>
            </p:cNvPr>
            <p:cNvSpPr/>
            <p:nvPr/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" name="Google Shape;1124;p42">
              <a:extLst>
                <a:ext uri="{FF2B5EF4-FFF2-40B4-BE49-F238E27FC236}">
                  <a16:creationId xmlns:a16="http://schemas.microsoft.com/office/drawing/2014/main" id="{DD8FECEA-738A-8DC4-074D-252F8E440FD0}"/>
                </a:ext>
              </a:extLst>
            </p:cNvPr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37" name="Google Shape;1125;p42">
                <a:extLst>
                  <a:ext uri="{FF2B5EF4-FFF2-40B4-BE49-F238E27FC236}">
                    <a16:creationId xmlns:a16="http://schemas.microsoft.com/office/drawing/2014/main" id="{E823C73D-FE40-2ACD-16A6-2FCCF8053003}"/>
                  </a:ext>
                </a:extLst>
              </p:cNvPr>
              <p:cNvSpPr/>
              <p:nvPr/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" name="Google Shape;1126;p42">
                <a:extLst>
                  <a:ext uri="{FF2B5EF4-FFF2-40B4-BE49-F238E27FC236}">
                    <a16:creationId xmlns:a16="http://schemas.microsoft.com/office/drawing/2014/main" id="{E2A88525-D8D4-945B-73E6-279F287063E3}"/>
                  </a:ext>
                </a:extLst>
              </p:cNvPr>
              <p:cNvCxnSpPr/>
              <p:nvPr/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9" name="Google Shape;1127;p42">
            <a:extLst>
              <a:ext uri="{FF2B5EF4-FFF2-40B4-BE49-F238E27FC236}">
                <a16:creationId xmlns:a16="http://schemas.microsoft.com/office/drawing/2014/main" id="{7E0A669A-C972-5C40-D369-0C533D4FD786}"/>
              </a:ext>
            </a:extLst>
          </p:cNvPr>
          <p:cNvGrpSpPr/>
          <p:nvPr/>
        </p:nvGrpSpPr>
        <p:grpSpPr>
          <a:xfrm>
            <a:off x="6514915" y="3213620"/>
            <a:ext cx="1814112" cy="1133480"/>
            <a:chOff x="6514915" y="3289820"/>
            <a:chExt cx="1814112" cy="1133480"/>
          </a:xfrm>
        </p:grpSpPr>
        <p:sp>
          <p:nvSpPr>
            <p:cNvPr id="40" name="Google Shape;1128;p42">
              <a:extLst>
                <a:ext uri="{FF2B5EF4-FFF2-40B4-BE49-F238E27FC236}">
                  <a16:creationId xmlns:a16="http://schemas.microsoft.com/office/drawing/2014/main" id="{E8E1427B-57FF-01FA-D029-8E5521AA6C89}"/>
                </a:ext>
              </a:extLst>
            </p:cNvPr>
            <p:cNvSpPr txBox="1"/>
            <p:nvPr/>
          </p:nvSpPr>
          <p:spPr>
            <a:xfrm>
              <a:off x="6535475" y="3289820"/>
              <a:ext cx="1711500" cy="52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Compose</a:t>
              </a:r>
              <a:endParaRPr sz="24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41" name="Google Shape;1129;p42">
              <a:extLst>
                <a:ext uri="{FF2B5EF4-FFF2-40B4-BE49-F238E27FC236}">
                  <a16:creationId xmlns:a16="http://schemas.microsoft.com/office/drawing/2014/main" id="{32B90C80-1E6D-0820-9433-D26EC72A2807}"/>
                </a:ext>
              </a:extLst>
            </p:cNvPr>
            <p:cNvSpPr txBox="1"/>
            <p:nvPr/>
          </p:nvSpPr>
          <p:spPr>
            <a:xfrm>
              <a:off x="6514915" y="3653800"/>
              <a:ext cx="1814112" cy="76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rla"/>
                  <a:ea typeface="Karla"/>
                  <a:cs typeface="Karla"/>
                  <a:sym typeface="Karla"/>
                </a:rPr>
                <a:t>Le déploiement des conteneurs est géré sous compose</a:t>
              </a:r>
              <a:endParaRPr>
                <a:solidFill>
                  <a:srgbClr val="000000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cxnSp>
        <p:nvCxnSpPr>
          <p:cNvPr id="42" name="Google Shape;1130;p42">
            <a:extLst>
              <a:ext uri="{FF2B5EF4-FFF2-40B4-BE49-F238E27FC236}">
                <a16:creationId xmlns:a16="http://schemas.microsoft.com/office/drawing/2014/main" id="{C4225AE4-154C-E877-372A-C53F4440ECC7}"/>
              </a:ext>
            </a:extLst>
          </p:cNvPr>
          <p:cNvCxnSpPr>
            <a:cxnSpLocks/>
          </p:cNvCxnSpPr>
          <p:nvPr/>
        </p:nvCxnSpPr>
        <p:spPr>
          <a:xfrm>
            <a:off x="2707392" y="1858832"/>
            <a:ext cx="1579609" cy="35929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3" name="Google Shape;1131;p42">
            <a:extLst>
              <a:ext uri="{FF2B5EF4-FFF2-40B4-BE49-F238E27FC236}">
                <a16:creationId xmlns:a16="http://schemas.microsoft.com/office/drawing/2014/main" id="{CE3F6CF2-3200-413A-4B77-E16887D25C81}"/>
              </a:ext>
            </a:extLst>
          </p:cNvPr>
          <p:cNvCxnSpPr>
            <a:cxnSpLocks/>
          </p:cNvCxnSpPr>
          <p:nvPr/>
        </p:nvCxnSpPr>
        <p:spPr>
          <a:xfrm flipV="1">
            <a:off x="2707392" y="3898334"/>
            <a:ext cx="1394777" cy="28623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4" name="Google Shape;1132;p42">
            <a:extLst>
              <a:ext uri="{FF2B5EF4-FFF2-40B4-BE49-F238E27FC236}">
                <a16:creationId xmlns:a16="http://schemas.microsoft.com/office/drawing/2014/main" id="{BA108F3E-B047-3A51-0603-016300E999D7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 flipV="1">
            <a:off x="5267326" y="2131803"/>
            <a:ext cx="1161377" cy="637092"/>
          </a:xfrm>
          <a:prstGeom prst="bentConnector3">
            <a:avLst>
              <a:gd name="adj1" fmla="val 24575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5" name="Google Shape;1133;p42">
            <a:extLst>
              <a:ext uri="{FF2B5EF4-FFF2-40B4-BE49-F238E27FC236}">
                <a16:creationId xmlns:a16="http://schemas.microsoft.com/office/drawing/2014/main" id="{70C32537-8427-EE9B-EDD1-0C080C3273F8}"/>
              </a:ext>
            </a:extLst>
          </p:cNvPr>
          <p:cNvCxnSpPr>
            <a:cxnSpLocks/>
          </p:cNvCxnSpPr>
          <p:nvPr/>
        </p:nvCxnSpPr>
        <p:spPr>
          <a:xfrm rot="10800000">
            <a:off x="4852653" y="3475490"/>
            <a:ext cx="1587079" cy="518751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6" name="Google Shape;1105;p42">
            <a:extLst>
              <a:ext uri="{FF2B5EF4-FFF2-40B4-BE49-F238E27FC236}">
                <a16:creationId xmlns:a16="http://schemas.microsoft.com/office/drawing/2014/main" id="{F89137EB-4DB3-E049-46E5-91EFC6D840AA}"/>
              </a:ext>
            </a:extLst>
          </p:cNvPr>
          <p:cNvSpPr txBox="1"/>
          <p:nvPr/>
        </p:nvSpPr>
        <p:spPr>
          <a:xfrm>
            <a:off x="3372510" y="4333152"/>
            <a:ext cx="2398979" cy="490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ubik Black" panose="020B0604020202020204" charset="-79"/>
                <a:ea typeface="Karla"/>
                <a:cs typeface="Rubik Black" panose="020B0604020202020204" charset="-79"/>
                <a:sym typeface="Karla"/>
              </a:rPr>
              <a:t>Pile technologique</a:t>
            </a:r>
            <a:endParaRPr>
              <a:solidFill>
                <a:srgbClr val="000000"/>
              </a:solidFill>
              <a:latin typeface="Rubik Black" panose="020B0604020202020204" charset="-79"/>
              <a:ea typeface="Karla"/>
              <a:cs typeface="Rubik Black" panose="020B0604020202020204" charset="-79"/>
              <a:sym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526186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0C4305A8-8C73-5315-6AA7-1AB54A328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08357A2F-8FCC-5CFE-DF55-E5C2B7EAD7A6}"/>
              </a:ext>
            </a:extLst>
          </p:cNvPr>
          <p:cNvGrpSpPr/>
          <p:nvPr/>
        </p:nvGrpSpPr>
        <p:grpSpPr>
          <a:xfrm>
            <a:off x="434341" y="1615535"/>
            <a:ext cx="1572610" cy="2680420"/>
            <a:chOff x="4754850" y="1600325"/>
            <a:chExt cx="3772191" cy="3108650"/>
          </a:xfrm>
        </p:grpSpPr>
        <p:sp>
          <p:nvSpPr>
            <p:cNvPr id="3" name="Google Shape;483;p25">
              <a:extLst>
                <a:ext uri="{FF2B5EF4-FFF2-40B4-BE49-F238E27FC236}">
                  <a16:creationId xmlns:a16="http://schemas.microsoft.com/office/drawing/2014/main" id="{1579D147-EAB8-C92E-2614-48C789A94A7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4;p25">
              <a:extLst>
                <a:ext uri="{FF2B5EF4-FFF2-40B4-BE49-F238E27FC236}">
                  <a16:creationId xmlns:a16="http://schemas.microsoft.com/office/drawing/2014/main" id="{12F97198-0FB6-1D4B-C8CD-B9DC41582CC9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485;p25">
              <a:extLst>
                <a:ext uri="{FF2B5EF4-FFF2-40B4-BE49-F238E27FC236}">
                  <a16:creationId xmlns:a16="http://schemas.microsoft.com/office/drawing/2014/main" id="{51668B3D-374D-AE52-0EC1-00F1866AD7C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Google Shape;486;p25">
            <a:extLst>
              <a:ext uri="{FF2B5EF4-FFF2-40B4-BE49-F238E27FC236}">
                <a16:creationId xmlns:a16="http://schemas.microsoft.com/office/drawing/2014/main" id="{3B9C9E8C-C517-C2EE-DF29-D12191BE8221}"/>
              </a:ext>
            </a:extLst>
          </p:cNvPr>
          <p:cNvGrpSpPr/>
          <p:nvPr/>
        </p:nvGrpSpPr>
        <p:grpSpPr>
          <a:xfrm>
            <a:off x="528402" y="1999896"/>
            <a:ext cx="1348725" cy="2227283"/>
            <a:chOff x="844774" y="1956482"/>
            <a:chExt cx="1564200" cy="2583118"/>
          </a:xfrm>
        </p:grpSpPr>
        <p:sp>
          <p:nvSpPr>
            <p:cNvPr id="7" name="Google Shape;487;p25">
              <a:extLst>
                <a:ext uri="{FF2B5EF4-FFF2-40B4-BE49-F238E27FC236}">
                  <a16:creationId xmlns:a16="http://schemas.microsoft.com/office/drawing/2014/main" id="{5046AD11-68CF-0DAC-3B39-941565BAE114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" name="Google Shape;488;p25">
              <a:extLst>
                <a:ext uri="{FF2B5EF4-FFF2-40B4-BE49-F238E27FC236}">
                  <a16:creationId xmlns:a16="http://schemas.microsoft.com/office/drawing/2014/main" id="{F02CA834-EC8C-17CA-5D87-62092E8DF246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" name="Google Shape;494;p25">
            <a:extLst>
              <a:ext uri="{FF2B5EF4-FFF2-40B4-BE49-F238E27FC236}">
                <a16:creationId xmlns:a16="http://schemas.microsoft.com/office/drawing/2014/main" id="{78C824E2-1E09-0DD4-4494-08C66E43F319}"/>
              </a:ext>
            </a:extLst>
          </p:cNvPr>
          <p:cNvGrpSpPr/>
          <p:nvPr/>
        </p:nvGrpSpPr>
        <p:grpSpPr>
          <a:xfrm>
            <a:off x="2145338" y="1615535"/>
            <a:ext cx="1572610" cy="2680420"/>
            <a:chOff x="4754850" y="1600325"/>
            <a:chExt cx="3772191" cy="3108650"/>
          </a:xfrm>
        </p:grpSpPr>
        <p:sp>
          <p:nvSpPr>
            <p:cNvPr id="15" name="Google Shape;495;p25">
              <a:extLst>
                <a:ext uri="{FF2B5EF4-FFF2-40B4-BE49-F238E27FC236}">
                  <a16:creationId xmlns:a16="http://schemas.microsoft.com/office/drawing/2014/main" id="{4CB65AE0-3026-F044-8B58-52A6F7931B15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96;p25">
              <a:extLst>
                <a:ext uri="{FF2B5EF4-FFF2-40B4-BE49-F238E27FC236}">
                  <a16:creationId xmlns:a16="http://schemas.microsoft.com/office/drawing/2014/main" id="{66F0CC87-0579-7D17-750D-F2E988B494F9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" name="Google Shape;497;p25">
              <a:extLst>
                <a:ext uri="{FF2B5EF4-FFF2-40B4-BE49-F238E27FC236}">
                  <a16:creationId xmlns:a16="http://schemas.microsoft.com/office/drawing/2014/main" id="{B1465288-3986-DE1F-582F-7062AC279BD0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498;p25">
            <a:extLst>
              <a:ext uri="{FF2B5EF4-FFF2-40B4-BE49-F238E27FC236}">
                <a16:creationId xmlns:a16="http://schemas.microsoft.com/office/drawing/2014/main" id="{08E8A64C-4D8A-BF61-8254-CB918A7C96CE}"/>
              </a:ext>
            </a:extLst>
          </p:cNvPr>
          <p:cNvGrpSpPr/>
          <p:nvPr/>
        </p:nvGrpSpPr>
        <p:grpSpPr>
          <a:xfrm>
            <a:off x="2200048" y="2016662"/>
            <a:ext cx="1431292" cy="2210519"/>
            <a:chOff x="2757151" y="1975925"/>
            <a:chExt cx="1659958" cy="2563675"/>
          </a:xfrm>
        </p:grpSpPr>
        <p:sp>
          <p:nvSpPr>
            <p:cNvPr id="19" name="Google Shape;499;p25">
              <a:extLst>
                <a:ext uri="{FF2B5EF4-FFF2-40B4-BE49-F238E27FC236}">
                  <a16:creationId xmlns:a16="http://schemas.microsoft.com/office/drawing/2014/main" id="{BC248426-786D-2D3C-71B4-C7F91F90521E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0" name="Google Shape;500;p25">
              <a:extLst>
                <a:ext uri="{FF2B5EF4-FFF2-40B4-BE49-F238E27FC236}">
                  <a16:creationId xmlns:a16="http://schemas.microsoft.com/office/drawing/2014/main" id="{999BC601-118C-E512-C845-292D919C39A0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2" name="Google Shape;502;p25">
            <a:extLst>
              <a:ext uri="{FF2B5EF4-FFF2-40B4-BE49-F238E27FC236}">
                <a16:creationId xmlns:a16="http://schemas.microsoft.com/office/drawing/2014/main" id="{A4B03409-B1A3-B5B1-821B-5A4E7A9AE833}"/>
              </a:ext>
            </a:extLst>
          </p:cNvPr>
          <p:cNvGrpSpPr/>
          <p:nvPr/>
        </p:nvGrpSpPr>
        <p:grpSpPr>
          <a:xfrm>
            <a:off x="3846174" y="1204055"/>
            <a:ext cx="1572610" cy="2680420"/>
            <a:chOff x="4754850" y="1600325"/>
            <a:chExt cx="3772191" cy="3108650"/>
          </a:xfrm>
        </p:grpSpPr>
        <p:sp>
          <p:nvSpPr>
            <p:cNvPr id="23" name="Google Shape;503;p25">
              <a:extLst>
                <a:ext uri="{FF2B5EF4-FFF2-40B4-BE49-F238E27FC236}">
                  <a16:creationId xmlns:a16="http://schemas.microsoft.com/office/drawing/2014/main" id="{9D55AE9F-C853-1296-4710-DA74E05D52A8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04;p25">
              <a:extLst>
                <a:ext uri="{FF2B5EF4-FFF2-40B4-BE49-F238E27FC236}">
                  <a16:creationId xmlns:a16="http://schemas.microsoft.com/office/drawing/2014/main" id="{078E1D51-4A00-1DF4-74AB-4290CB526B5F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" name="Google Shape;505;p25">
              <a:extLst>
                <a:ext uri="{FF2B5EF4-FFF2-40B4-BE49-F238E27FC236}">
                  <a16:creationId xmlns:a16="http://schemas.microsoft.com/office/drawing/2014/main" id="{D91BC21D-8506-EDC9-F59D-207E070DCB28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Google Shape;506;p25">
            <a:extLst>
              <a:ext uri="{FF2B5EF4-FFF2-40B4-BE49-F238E27FC236}">
                <a16:creationId xmlns:a16="http://schemas.microsoft.com/office/drawing/2014/main" id="{333382A0-7E67-F5EE-D408-1CD1E3B2ACF8}"/>
              </a:ext>
            </a:extLst>
          </p:cNvPr>
          <p:cNvGrpSpPr/>
          <p:nvPr/>
        </p:nvGrpSpPr>
        <p:grpSpPr>
          <a:xfrm>
            <a:off x="3909760" y="1605211"/>
            <a:ext cx="1446721" cy="2210493"/>
            <a:chOff x="4729264" y="1975954"/>
            <a:chExt cx="1677852" cy="2563646"/>
          </a:xfrm>
        </p:grpSpPr>
        <p:sp>
          <p:nvSpPr>
            <p:cNvPr id="27" name="Google Shape;507;p25">
              <a:extLst>
                <a:ext uri="{FF2B5EF4-FFF2-40B4-BE49-F238E27FC236}">
                  <a16:creationId xmlns:a16="http://schemas.microsoft.com/office/drawing/2014/main" id="{D5C23A4D-1F27-DBB0-6A35-C651019B261E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8" name="Google Shape;508;p25">
              <a:extLst>
                <a:ext uri="{FF2B5EF4-FFF2-40B4-BE49-F238E27FC236}">
                  <a16:creationId xmlns:a16="http://schemas.microsoft.com/office/drawing/2014/main" id="{CE60C2DF-420E-3AED-394E-2D4EA3DA19C4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0" name="Google Shape;510;p25">
            <a:extLst>
              <a:ext uri="{FF2B5EF4-FFF2-40B4-BE49-F238E27FC236}">
                <a16:creationId xmlns:a16="http://schemas.microsoft.com/office/drawing/2014/main" id="{E74281FE-4DA3-6E48-B1B7-D4C4BDE68489}"/>
              </a:ext>
            </a:extLst>
          </p:cNvPr>
          <p:cNvGrpSpPr/>
          <p:nvPr/>
        </p:nvGrpSpPr>
        <p:grpSpPr>
          <a:xfrm>
            <a:off x="5521611" y="1615535"/>
            <a:ext cx="1572610" cy="2680420"/>
            <a:chOff x="4754850" y="1600325"/>
            <a:chExt cx="3772191" cy="3108650"/>
          </a:xfrm>
        </p:grpSpPr>
        <p:sp>
          <p:nvSpPr>
            <p:cNvPr id="31" name="Google Shape;511;p25">
              <a:extLst>
                <a:ext uri="{FF2B5EF4-FFF2-40B4-BE49-F238E27FC236}">
                  <a16:creationId xmlns:a16="http://schemas.microsoft.com/office/drawing/2014/main" id="{99A649F8-39A6-8642-E9AC-B846AD93C2A5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2;p25">
              <a:extLst>
                <a:ext uri="{FF2B5EF4-FFF2-40B4-BE49-F238E27FC236}">
                  <a16:creationId xmlns:a16="http://schemas.microsoft.com/office/drawing/2014/main" id="{404EE153-8D02-A626-7788-A41DF5AAD50E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" name="Google Shape;513;p25">
              <a:extLst>
                <a:ext uri="{FF2B5EF4-FFF2-40B4-BE49-F238E27FC236}">
                  <a16:creationId xmlns:a16="http://schemas.microsoft.com/office/drawing/2014/main" id="{2644C78B-7E4C-54F7-AD2B-B993870A307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Google Shape;514;p25">
            <a:extLst>
              <a:ext uri="{FF2B5EF4-FFF2-40B4-BE49-F238E27FC236}">
                <a16:creationId xmlns:a16="http://schemas.microsoft.com/office/drawing/2014/main" id="{F3CC0070-6F00-F4C7-30D9-7342BE3DC17C}"/>
              </a:ext>
            </a:extLst>
          </p:cNvPr>
          <p:cNvGrpSpPr/>
          <p:nvPr/>
        </p:nvGrpSpPr>
        <p:grpSpPr>
          <a:xfrm>
            <a:off x="5615672" y="2023601"/>
            <a:ext cx="1348725" cy="2203580"/>
            <a:chOff x="6724524" y="1983973"/>
            <a:chExt cx="1564200" cy="2555627"/>
          </a:xfrm>
        </p:grpSpPr>
        <p:sp>
          <p:nvSpPr>
            <p:cNvPr id="35" name="Google Shape;515;p25">
              <a:extLst>
                <a:ext uri="{FF2B5EF4-FFF2-40B4-BE49-F238E27FC236}">
                  <a16:creationId xmlns:a16="http://schemas.microsoft.com/office/drawing/2014/main" id="{0EB503C5-DDB5-9FB1-C57B-0FE53508FAF0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6" name="Google Shape;516;p25">
              <a:extLst>
                <a:ext uri="{FF2B5EF4-FFF2-40B4-BE49-F238E27FC236}">
                  <a16:creationId xmlns:a16="http://schemas.microsoft.com/office/drawing/2014/main" id="{879D2353-A17E-C1BD-CB4E-120069D00B8E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9F51435B-6435-00EC-BF62-A80651A82F97}"/>
              </a:ext>
            </a:extLst>
          </p:cNvPr>
          <p:cNvGrpSpPr/>
          <p:nvPr/>
        </p:nvGrpSpPr>
        <p:grpSpPr>
          <a:xfrm>
            <a:off x="983436" y="147293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553EA5E4-8F27-07F1-1903-4499B7A15697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AD43B7F0-6977-792F-5567-B960EAE79012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521;p25">
            <a:extLst>
              <a:ext uri="{FF2B5EF4-FFF2-40B4-BE49-F238E27FC236}">
                <a16:creationId xmlns:a16="http://schemas.microsoft.com/office/drawing/2014/main" id="{DF068D30-DB60-3A07-2F1C-32080BD4F7A6}"/>
              </a:ext>
            </a:extLst>
          </p:cNvPr>
          <p:cNvGrpSpPr/>
          <p:nvPr/>
        </p:nvGrpSpPr>
        <p:grpSpPr>
          <a:xfrm>
            <a:off x="6075786" y="1446664"/>
            <a:ext cx="433537" cy="433537"/>
            <a:chOff x="7014301" y="2017350"/>
            <a:chExt cx="502800" cy="502800"/>
          </a:xfrm>
        </p:grpSpPr>
        <p:sp>
          <p:nvSpPr>
            <p:cNvPr id="42" name="Google Shape;522;p25">
              <a:extLst>
                <a:ext uri="{FF2B5EF4-FFF2-40B4-BE49-F238E27FC236}">
                  <a16:creationId xmlns:a16="http://schemas.microsoft.com/office/drawing/2014/main" id="{CB2BDC1F-C246-B0EC-D18B-A474728338CD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3;p25">
              <a:extLst>
                <a:ext uri="{FF2B5EF4-FFF2-40B4-BE49-F238E27FC236}">
                  <a16:creationId xmlns:a16="http://schemas.microsoft.com/office/drawing/2014/main" id="{31039D6D-CE39-715D-7B74-60C46655920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525;p25">
            <a:extLst>
              <a:ext uri="{FF2B5EF4-FFF2-40B4-BE49-F238E27FC236}">
                <a16:creationId xmlns:a16="http://schemas.microsoft.com/office/drawing/2014/main" id="{05DCACD8-EDB0-7C35-05B0-EE200D314AD5}"/>
              </a:ext>
            </a:extLst>
          </p:cNvPr>
          <p:cNvSpPr/>
          <p:nvPr/>
        </p:nvSpPr>
        <p:spPr>
          <a:xfrm>
            <a:off x="4397789" y="1061366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510;p25">
            <a:extLst>
              <a:ext uri="{FF2B5EF4-FFF2-40B4-BE49-F238E27FC236}">
                <a16:creationId xmlns:a16="http://schemas.microsoft.com/office/drawing/2014/main" id="{BC646B56-1C5B-00FB-E19E-F91F730887F8}"/>
              </a:ext>
            </a:extLst>
          </p:cNvPr>
          <p:cNvGrpSpPr/>
          <p:nvPr/>
        </p:nvGrpSpPr>
        <p:grpSpPr>
          <a:xfrm>
            <a:off x="7182771" y="1615535"/>
            <a:ext cx="1572610" cy="2680420"/>
            <a:chOff x="4754850" y="1600325"/>
            <a:chExt cx="3772191" cy="3108650"/>
          </a:xfrm>
        </p:grpSpPr>
        <p:sp>
          <p:nvSpPr>
            <p:cNvPr id="48" name="Google Shape;511;p25">
              <a:extLst>
                <a:ext uri="{FF2B5EF4-FFF2-40B4-BE49-F238E27FC236}">
                  <a16:creationId xmlns:a16="http://schemas.microsoft.com/office/drawing/2014/main" id="{199F861F-E4E7-9AD6-F365-EA6A1A75551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2;p25">
              <a:extLst>
                <a:ext uri="{FF2B5EF4-FFF2-40B4-BE49-F238E27FC236}">
                  <a16:creationId xmlns:a16="http://schemas.microsoft.com/office/drawing/2014/main" id="{FA0A0AA9-0501-504E-623A-B85028FD3DA7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" name="Google Shape;513;p25">
              <a:extLst>
                <a:ext uri="{FF2B5EF4-FFF2-40B4-BE49-F238E27FC236}">
                  <a16:creationId xmlns:a16="http://schemas.microsoft.com/office/drawing/2014/main" id="{03D0A4C7-1D58-AB78-0FC2-6FB7FDB2061D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" name="Google Shape;514;p25">
            <a:extLst>
              <a:ext uri="{FF2B5EF4-FFF2-40B4-BE49-F238E27FC236}">
                <a16:creationId xmlns:a16="http://schemas.microsoft.com/office/drawing/2014/main" id="{81F0C86D-01E4-8F38-0744-20E270201168}"/>
              </a:ext>
            </a:extLst>
          </p:cNvPr>
          <p:cNvGrpSpPr/>
          <p:nvPr/>
        </p:nvGrpSpPr>
        <p:grpSpPr>
          <a:xfrm>
            <a:off x="7190272" y="2003877"/>
            <a:ext cx="1532498" cy="2223301"/>
            <a:chOff x="6628231" y="1961100"/>
            <a:chExt cx="1777333" cy="2578500"/>
          </a:xfrm>
        </p:grpSpPr>
        <p:sp>
          <p:nvSpPr>
            <p:cNvPr id="52" name="Google Shape;515;p25">
              <a:extLst>
                <a:ext uri="{FF2B5EF4-FFF2-40B4-BE49-F238E27FC236}">
                  <a16:creationId xmlns:a16="http://schemas.microsoft.com/office/drawing/2014/main" id="{928DC835-3BE2-2F01-6F11-91D84031A91E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53" name="Google Shape;516;p25">
              <a:extLst>
                <a:ext uri="{FF2B5EF4-FFF2-40B4-BE49-F238E27FC236}">
                  <a16:creationId xmlns:a16="http://schemas.microsoft.com/office/drawing/2014/main" id="{B03D42B5-3A1B-A393-9CCE-A23B9DB2D365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55" name="Google Shape;524;p25">
            <a:extLst>
              <a:ext uri="{FF2B5EF4-FFF2-40B4-BE49-F238E27FC236}">
                <a16:creationId xmlns:a16="http://schemas.microsoft.com/office/drawing/2014/main" id="{E5C77F29-DD46-1D9F-8F40-5EDFB683C39B}"/>
              </a:ext>
            </a:extLst>
          </p:cNvPr>
          <p:cNvGrpSpPr/>
          <p:nvPr/>
        </p:nvGrpSpPr>
        <p:grpSpPr>
          <a:xfrm>
            <a:off x="7772648" y="1454979"/>
            <a:ext cx="433623" cy="433623"/>
            <a:chOff x="858700" y="1967475"/>
            <a:chExt cx="605100" cy="605100"/>
          </a:xfrm>
        </p:grpSpPr>
        <p:sp>
          <p:nvSpPr>
            <p:cNvPr id="56" name="Google Shape;525;p25">
              <a:extLst>
                <a:ext uri="{FF2B5EF4-FFF2-40B4-BE49-F238E27FC236}">
                  <a16:creationId xmlns:a16="http://schemas.microsoft.com/office/drawing/2014/main" id="{16A81862-A82D-FB3C-6EA3-45F5E510116F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26;p25">
              <a:extLst>
                <a:ext uri="{FF2B5EF4-FFF2-40B4-BE49-F238E27FC236}">
                  <a16:creationId xmlns:a16="http://schemas.microsoft.com/office/drawing/2014/main" id="{930E0C47-F7E1-C5C2-B977-FEE8E01494D9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" name="Graphic 58" descr="Pencil with solid fill">
            <a:extLst>
              <a:ext uri="{FF2B5EF4-FFF2-40B4-BE49-F238E27FC236}">
                <a16:creationId xmlns:a16="http://schemas.microsoft.com/office/drawing/2014/main" id="{08CC7AF4-44AE-616A-F4CA-CDF452E91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1086761"/>
            <a:ext cx="356951" cy="3569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0155BB1-1E2B-2367-0A43-CBAFC204B817}"/>
              </a:ext>
            </a:extLst>
          </p:cNvPr>
          <p:cNvGrpSpPr/>
          <p:nvPr/>
        </p:nvGrpSpPr>
        <p:grpSpPr>
          <a:xfrm>
            <a:off x="2692694" y="1475015"/>
            <a:ext cx="444980" cy="446767"/>
            <a:chOff x="2692694" y="1475015"/>
            <a:chExt cx="444980" cy="446767"/>
          </a:xfrm>
        </p:grpSpPr>
        <p:sp>
          <p:nvSpPr>
            <p:cNvPr id="11" name="Google Shape;491;p25">
              <a:extLst>
                <a:ext uri="{FF2B5EF4-FFF2-40B4-BE49-F238E27FC236}">
                  <a16:creationId xmlns:a16="http://schemas.microsoft.com/office/drawing/2014/main" id="{68A27AD8-CE0A-63E9-6924-7F53E0D11137}"/>
                </a:ext>
              </a:extLst>
            </p:cNvPr>
            <p:cNvSpPr/>
            <p:nvPr/>
          </p:nvSpPr>
          <p:spPr>
            <a:xfrm>
              <a:off x="2697771" y="147501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" name="Graphic 60" descr="Single gear with solid fill">
              <a:extLst>
                <a:ext uri="{FF2B5EF4-FFF2-40B4-BE49-F238E27FC236}">
                  <a16:creationId xmlns:a16="http://schemas.microsoft.com/office/drawing/2014/main" id="{8E620107-1AA4-F536-3EB0-6EA0AEF2F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476802"/>
              <a:ext cx="444980" cy="44498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6197FF4-5C2E-EA99-6F9C-0F6FFDABADD4}"/>
              </a:ext>
            </a:extLst>
          </p:cNvPr>
          <p:cNvSpPr txBox="1"/>
          <p:nvPr/>
        </p:nvSpPr>
        <p:spPr>
          <a:xfrm>
            <a:off x="647633" y="2653333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9FF3F46-42E3-C498-D3E8-A24055172DA0}"/>
              </a:ext>
            </a:extLst>
          </p:cNvPr>
          <p:cNvSpPr txBox="1"/>
          <p:nvPr/>
        </p:nvSpPr>
        <p:spPr>
          <a:xfrm>
            <a:off x="2235766" y="2638363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66A6AA-267D-D9B5-A12F-25C2F651B820}"/>
              </a:ext>
            </a:extLst>
          </p:cNvPr>
          <p:cNvSpPr txBox="1"/>
          <p:nvPr/>
        </p:nvSpPr>
        <p:spPr>
          <a:xfrm>
            <a:off x="3985622" y="2224314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0C67F0D-937E-C145-9A18-C9B8A28AEE3A}"/>
              </a:ext>
            </a:extLst>
          </p:cNvPr>
          <p:cNvSpPr txBox="1"/>
          <p:nvPr/>
        </p:nvSpPr>
        <p:spPr>
          <a:xfrm>
            <a:off x="5615529" y="2629747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AC0A08E-E488-8F78-8662-160B573A697D}"/>
              </a:ext>
            </a:extLst>
          </p:cNvPr>
          <p:cNvSpPr txBox="1"/>
          <p:nvPr/>
        </p:nvSpPr>
        <p:spPr>
          <a:xfrm>
            <a:off x="7284111" y="2703182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FB4F079-F404-D904-0708-BEEACCFA69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2943" y="-2988284"/>
            <a:ext cx="2140496" cy="2140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4305CD-AADE-7F94-47BE-9D66B373B9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463817" y="1811037"/>
            <a:ext cx="2140496" cy="21404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8F658E0-041D-60B7-7C75-FC2FB3C20F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0360" y="1836826"/>
            <a:ext cx="2140497" cy="2140497"/>
          </a:xfrm>
          <a:prstGeom prst="rect">
            <a:avLst/>
          </a:prstGeom>
        </p:spPr>
      </p:pic>
      <p:sp>
        <p:nvSpPr>
          <p:cNvPr id="29" name="Google Shape;487;p25">
            <a:extLst>
              <a:ext uri="{FF2B5EF4-FFF2-40B4-BE49-F238E27FC236}">
                <a16:creationId xmlns:a16="http://schemas.microsoft.com/office/drawing/2014/main" id="{AD953D64-47B4-591D-72DE-F6B6ECA5F9B0}"/>
              </a:ext>
            </a:extLst>
          </p:cNvPr>
          <p:cNvSpPr txBox="1"/>
          <p:nvPr/>
        </p:nvSpPr>
        <p:spPr>
          <a:xfrm>
            <a:off x="-2713643" y="4074894"/>
            <a:ext cx="254348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ubik Black"/>
                <a:ea typeface="Rubik Black"/>
                <a:cs typeface="Rubik Black"/>
                <a:sym typeface="Rubik Black"/>
              </a:rPr>
              <a:t>Marie - Ève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37" name="Google Shape;487;p25">
            <a:extLst>
              <a:ext uri="{FF2B5EF4-FFF2-40B4-BE49-F238E27FC236}">
                <a16:creationId xmlns:a16="http://schemas.microsoft.com/office/drawing/2014/main" id="{B25D838C-41D2-1E0B-496A-642C24B70459}"/>
              </a:ext>
            </a:extLst>
          </p:cNvPr>
          <p:cNvSpPr txBox="1"/>
          <p:nvPr/>
        </p:nvSpPr>
        <p:spPr>
          <a:xfrm>
            <a:off x="2880309" y="-678917"/>
            <a:ext cx="3121393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ubik Black"/>
                <a:ea typeface="Rubik Black"/>
                <a:cs typeface="Rubik Black"/>
                <a:sym typeface="Rubik Black"/>
              </a:rPr>
              <a:t>M. Tournesol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44" name="Google Shape;487;p25">
            <a:extLst>
              <a:ext uri="{FF2B5EF4-FFF2-40B4-BE49-F238E27FC236}">
                <a16:creationId xmlns:a16="http://schemas.microsoft.com/office/drawing/2014/main" id="{7EFE1EA7-64E3-FF49-6A59-5354D7583A50}"/>
              </a:ext>
            </a:extLst>
          </p:cNvPr>
          <p:cNvSpPr txBox="1"/>
          <p:nvPr/>
        </p:nvSpPr>
        <p:spPr>
          <a:xfrm>
            <a:off x="8869911" y="4075180"/>
            <a:ext cx="3121393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rPr>
              <a:t>Sammy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</p:spTree>
    <p:extLst>
      <p:ext uri="{BB962C8B-B14F-4D97-AF65-F5344CB8AC3E}">
        <p14:creationId xmlns:p14="http://schemas.microsoft.com/office/powerpoint/2010/main" val="1688696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45A24CBC-0A0C-43D9-5BC3-06A8F25F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7EC7FE41-8748-760B-4D6A-A0BCA92654B1}"/>
              </a:ext>
            </a:extLst>
          </p:cNvPr>
          <p:cNvSpPr txBox="1"/>
          <p:nvPr/>
        </p:nvSpPr>
        <p:spPr>
          <a:xfrm>
            <a:off x="893131" y="895413"/>
            <a:ext cx="254348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Scénarios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4" name="Google Shape;525;p25">
            <a:extLst>
              <a:ext uri="{FF2B5EF4-FFF2-40B4-BE49-F238E27FC236}">
                <a16:creationId xmlns:a16="http://schemas.microsoft.com/office/drawing/2014/main" id="{FDD92CA7-E4EC-81A1-D2F4-6578052743DD}"/>
              </a:ext>
            </a:extLst>
          </p:cNvPr>
          <p:cNvSpPr/>
          <p:nvPr/>
        </p:nvSpPr>
        <p:spPr>
          <a:xfrm>
            <a:off x="459508" y="832766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Graphic 4" descr="Pencil with solid fill">
            <a:extLst>
              <a:ext uri="{FF2B5EF4-FFF2-40B4-BE49-F238E27FC236}">
                <a16:creationId xmlns:a16="http://schemas.microsoft.com/office/drawing/2014/main" id="{9A2F347E-21B7-58EA-9945-39A096536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910" y="858161"/>
            <a:ext cx="356951" cy="356951"/>
          </a:xfrm>
          <a:prstGeom prst="rect">
            <a:avLst/>
          </a:prstGeom>
        </p:spPr>
      </p:pic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CD0C60BE-6F4C-162D-C44D-9EAC671D0199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3" name="Google Shape;483;p25">
              <a:extLst>
                <a:ext uri="{FF2B5EF4-FFF2-40B4-BE49-F238E27FC236}">
                  <a16:creationId xmlns:a16="http://schemas.microsoft.com/office/drawing/2014/main" id="{B66749BE-4183-8412-80D7-86EA842FDE83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84;p25">
              <a:extLst>
                <a:ext uri="{FF2B5EF4-FFF2-40B4-BE49-F238E27FC236}">
                  <a16:creationId xmlns:a16="http://schemas.microsoft.com/office/drawing/2014/main" id="{796F8A75-5D2E-EF57-2F1C-949F01646C4C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" name="Google Shape;485;p25">
              <a:extLst>
                <a:ext uri="{FF2B5EF4-FFF2-40B4-BE49-F238E27FC236}">
                  <a16:creationId xmlns:a16="http://schemas.microsoft.com/office/drawing/2014/main" id="{34AE3DCD-5839-2D10-2417-E6FB264DB4E5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" name="Google Shape;486;p25">
            <a:extLst>
              <a:ext uri="{FF2B5EF4-FFF2-40B4-BE49-F238E27FC236}">
                <a16:creationId xmlns:a16="http://schemas.microsoft.com/office/drawing/2014/main" id="{6B6F8A43-6201-5085-4DD6-733B79D9FEB9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9" name="Google Shape;487;p25">
              <a:extLst>
                <a:ext uri="{FF2B5EF4-FFF2-40B4-BE49-F238E27FC236}">
                  <a16:creationId xmlns:a16="http://schemas.microsoft.com/office/drawing/2014/main" id="{B4C54F05-0E14-97B9-4294-6F3015484929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0" name="Google Shape;488;p25">
              <a:extLst>
                <a:ext uri="{FF2B5EF4-FFF2-40B4-BE49-F238E27FC236}">
                  <a16:creationId xmlns:a16="http://schemas.microsoft.com/office/drawing/2014/main" id="{E06C4D5C-5E49-B7CA-70DD-412FF89F75C1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1" name="Google Shape;494;p25">
            <a:extLst>
              <a:ext uri="{FF2B5EF4-FFF2-40B4-BE49-F238E27FC236}">
                <a16:creationId xmlns:a16="http://schemas.microsoft.com/office/drawing/2014/main" id="{7327A7C9-8809-C25A-042C-4B3649AEA85A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2" name="Google Shape;495;p25">
              <a:extLst>
                <a:ext uri="{FF2B5EF4-FFF2-40B4-BE49-F238E27FC236}">
                  <a16:creationId xmlns:a16="http://schemas.microsoft.com/office/drawing/2014/main" id="{D39AF07B-E55A-B785-1557-B0EF7000C6EC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96;p25">
              <a:extLst>
                <a:ext uri="{FF2B5EF4-FFF2-40B4-BE49-F238E27FC236}">
                  <a16:creationId xmlns:a16="http://schemas.microsoft.com/office/drawing/2014/main" id="{2CBEF7D5-19B3-6FC5-B1DB-821C1492516A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" name="Google Shape;497;p25">
              <a:extLst>
                <a:ext uri="{FF2B5EF4-FFF2-40B4-BE49-F238E27FC236}">
                  <a16:creationId xmlns:a16="http://schemas.microsoft.com/office/drawing/2014/main" id="{86C4468D-66C6-CB02-72AF-8760002C8A05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498;p25">
            <a:extLst>
              <a:ext uri="{FF2B5EF4-FFF2-40B4-BE49-F238E27FC236}">
                <a16:creationId xmlns:a16="http://schemas.microsoft.com/office/drawing/2014/main" id="{3405ACAB-419D-B46B-CD32-59B3EAC84B2B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7" name="Google Shape;499;p25">
              <a:extLst>
                <a:ext uri="{FF2B5EF4-FFF2-40B4-BE49-F238E27FC236}">
                  <a16:creationId xmlns:a16="http://schemas.microsoft.com/office/drawing/2014/main" id="{D4BCED93-798F-9E3A-CDD5-7959A9AB12BE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8" name="Google Shape;500;p25">
              <a:extLst>
                <a:ext uri="{FF2B5EF4-FFF2-40B4-BE49-F238E27FC236}">
                  <a16:creationId xmlns:a16="http://schemas.microsoft.com/office/drawing/2014/main" id="{CB20470E-C246-4A4F-F4B6-139782DF2F05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9" name="Google Shape;502;p25">
            <a:extLst>
              <a:ext uri="{FF2B5EF4-FFF2-40B4-BE49-F238E27FC236}">
                <a16:creationId xmlns:a16="http://schemas.microsoft.com/office/drawing/2014/main" id="{D4396EBA-6502-0A7F-E115-EAF62ED07653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20" name="Google Shape;503;p25">
              <a:extLst>
                <a:ext uri="{FF2B5EF4-FFF2-40B4-BE49-F238E27FC236}">
                  <a16:creationId xmlns:a16="http://schemas.microsoft.com/office/drawing/2014/main" id="{5566607D-9D62-86B3-E2B4-6A8A7CDC202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04;p25">
              <a:extLst>
                <a:ext uri="{FF2B5EF4-FFF2-40B4-BE49-F238E27FC236}">
                  <a16:creationId xmlns:a16="http://schemas.microsoft.com/office/drawing/2014/main" id="{CDDEEE8B-B58A-A901-1737-DB47B056F3A2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" name="Google Shape;505;p25">
              <a:extLst>
                <a:ext uri="{FF2B5EF4-FFF2-40B4-BE49-F238E27FC236}">
                  <a16:creationId xmlns:a16="http://schemas.microsoft.com/office/drawing/2014/main" id="{15B01568-6B88-86BD-6002-41E42F78F90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" name="Google Shape;506;p25">
            <a:extLst>
              <a:ext uri="{FF2B5EF4-FFF2-40B4-BE49-F238E27FC236}">
                <a16:creationId xmlns:a16="http://schemas.microsoft.com/office/drawing/2014/main" id="{129222D5-B597-8064-5DBF-952F388F1739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24" name="Google Shape;507;p25">
              <a:extLst>
                <a:ext uri="{FF2B5EF4-FFF2-40B4-BE49-F238E27FC236}">
                  <a16:creationId xmlns:a16="http://schemas.microsoft.com/office/drawing/2014/main" id="{1A3C96BB-FCD2-9074-F139-5A00F2AB343C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5" name="Google Shape;508;p25">
              <a:extLst>
                <a:ext uri="{FF2B5EF4-FFF2-40B4-BE49-F238E27FC236}">
                  <a16:creationId xmlns:a16="http://schemas.microsoft.com/office/drawing/2014/main" id="{87C66D41-949D-F466-ECEC-2F556C7558E3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6" name="Google Shape;510;p25">
            <a:extLst>
              <a:ext uri="{FF2B5EF4-FFF2-40B4-BE49-F238E27FC236}">
                <a16:creationId xmlns:a16="http://schemas.microsoft.com/office/drawing/2014/main" id="{2C7E0580-F623-737F-32F0-9A467EE146C3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27" name="Google Shape;511;p25">
              <a:extLst>
                <a:ext uri="{FF2B5EF4-FFF2-40B4-BE49-F238E27FC236}">
                  <a16:creationId xmlns:a16="http://schemas.microsoft.com/office/drawing/2014/main" id="{80BC788F-AD17-CFD4-ED49-C85101F2FC73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12;p25">
              <a:extLst>
                <a:ext uri="{FF2B5EF4-FFF2-40B4-BE49-F238E27FC236}">
                  <a16:creationId xmlns:a16="http://schemas.microsoft.com/office/drawing/2014/main" id="{FAB73E1E-B6BA-30EA-91D6-DED849E6ABB4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" name="Google Shape;513;p25">
              <a:extLst>
                <a:ext uri="{FF2B5EF4-FFF2-40B4-BE49-F238E27FC236}">
                  <a16:creationId xmlns:a16="http://schemas.microsoft.com/office/drawing/2014/main" id="{6186B10A-25A3-D08E-B581-3C69F008E6F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" name="Google Shape;514;p25">
            <a:extLst>
              <a:ext uri="{FF2B5EF4-FFF2-40B4-BE49-F238E27FC236}">
                <a16:creationId xmlns:a16="http://schemas.microsoft.com/office/drawing/2014/main" id="{EC292BAA-7026-489B-4F52-BC65CE7D3493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31" name="Google Shape;515;p25">
              <a:extLst>
                <a:ext uri="{FF2B5EF4-FFF2-40B4-BE49-F238E27FC236}">
                  <a16:creationId xmlns:a16="http://schemas.microsoft.com/office/drawing/2014/main" id="{0A4695B0-6D27-A045-5097-555F8F0FB5C5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2" name="Google Shape;516;p25">
              <a:extLst>
                <a:ext uri="{FF2B5EF4-FFF2-40B4-BE49-F238E27FC236}">
                  <a16:creationId xmlns:a16="http://schemas.microsoft.com/office/drawing/2014/main" id="{12F2043B-FEEE-B0E6-6E4D-7246C5FAF2C1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3" name="Google Shape;518;p25">
            <a:extLst>
              <a:ext uri="{FF2B5EF4-FFF2-40B4-BE49-F238E27FC236}">
                <a16:creationId xmlns:a16="http://schemas.microsoft.com/office/drawing/2014/main" id="{55BCD944-02E6-CD28-87C3-3314CF3EA6BB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34" name="Google Shape;519;p25">
              <a:extLst>
                <a:ext uri="{FF2B5EF4-FFF2-40B4-BE49-F238E27FC236}">
                  <a16:creationId xmlns:a16="http://schemas.microsoft.com/office/drawing/2014/main" id="{457DBD5F-1808-E244-7514-A752BF716321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20;p25">
              <a:extLst>
                <a:ext uri="{FF2B5EF4-FFF2-40B4-BE49-F238E27FC236}">
                  <a16:creationId xmlns:a16="http://schemas.microsoft.com/office/drawing/2014/main" id="{CD4C42A5-27AD-12E8-117F-907C25886EA0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521;p25">
            <a:extLst>
              <a:ext uri="{FF2B5EF4-FFF2-40B4-BE49-F238E27FC236}">
                <a16:creationId xmlns:a16="http://schemas.microsoft.com/office/drawing/2014/main" id="{70D78902-C7AA-5DCA-6427-E3BC92037496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37" name="Google Shape;522;p25">
              <a:extLst>
                <a:ext uri="{FF2B5EF4-FFF2-40B4-BE49-F238E27FC236}">
                  <a16:creationId xmlns:a16="http://schemas.microsoft.com/office/drawing/2014/main" id="{49AA2AAB-69B2-D48A-B7C5-A6D8DD41EB60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523;p25">
              <a:extLst>
                <a:ext uri="{FF2B5EF4-FFF2-40B4-BE49-F238E27FC236}">
                  <a16:creationId xmlns:a16="http://schemas.microsoft.com/office/drawing/2014/main" id="{9669417C-8C24-BFB7-22ED-8A0B63744455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525;p25">
            <a:extLst>
              <a:ext uri="{FF2B5EF4-FFF2-40B4-BE49-F238E27FC236}">
                <a16:creationId xmlns:a16="http://schemas.microsoft.com/office/drawing/2014/main" id="{6DC77CC2-9587-743F-BF51-BFDC1DD5A8FE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510;p25">
            <a:extLst>
              <a:ext uri="{FF2B5EF4-FFF2-40B4-BE49-F238E27FC236}">
                <a16:creationId xmlns:a16="http://schemas.microsoft.com/office/drawing/2014/main" id="{7DB8B2AB-0E12-02A0-E32F-FA42695E3318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41" name="Google Shape;511;p25">
              <a:extLst>
                <a:ext uri="{FF2B5EF4-FFF2-40B4-BE49-F238E27FC236}">
                  <a16:creationId xmlns:a16="http://schemas.microsoft.com/office/drawing/2014/main" id="{ABBFBC28-A3AD-3F88-EC9B-95E745845F3D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512;p25">
              <a:extLst>
                <a:ext uri="{FF2B5EF4-FFF2-40B4-BE49-F238E27FC236}">
                  <a16:creationId xmlns:a16="http://schemas.microsoft.com/office/drawing/2014/main" id="{C8E2E5CA-8AE4-AC16-C851-46E1394E71A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" name="Google Shape;513;p25">
              <a:extLst>
                <a:ext uri="{FF2B5EF4-FFF2-40B4-BE49-F238E27FC236}">
                  <a16:creationId xmlns:a16="http://schemas.microsoft.com/office/drawing/2014/main" id="{A9B6842A-4930-56CE-6E66-8039FC5DD4C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" name="Google Shape;514;p25">
            <a:extLst>
              <a:ext uri="{FF2B5EF4-FFF2-40B4-BE49-F238E27FC236}">
                <a16:creationId xmlns:a16="http://schemas.microsoft.com/office/drawing/2014/main" id="{E7B6CA2F-BAD4-AC4F-3DDE-45D3BC792FB7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45" name="Google Shape;515;p25">
              <a:extLst>
                <a:ext uri="{FF2B5EF4-FFF2-40B4-BE49-F238E27FC236}">
                  <a16:creationId xmlns:a16="http://schemas.microsoft.com/office/drawing/2014/main" id="{93A1701C-7109-1496-0BD0-A2293C0678A8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46" name="Google Shape;516;p25">
              <a:extLst>
                <a:ext uri="{FF2B5EF4-FFF2-40B4-BE49-F238E27FC236}">
                  <a16:creationId xmlns:a16="http://schemas.microsoft.com/office/drawing/2014/main" id="{B4DDB54B-5C4F-DC7A-7895-FE484422A9BD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47" name="Google Shape;524;p25">
            <a:extLst>
              <a:ext uri="{FF2B5EF4-FFF2-40B4-BE49-F238E27FC236}">
                <a16:creationId xmlns:a16="http://schemas.microsoft.com/office/drawing/2014/main" id="{5427C8D3-8892-EF3D-D73E-8C8AC1BE9391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48" name="Google Shape;525;p25">
              <a:extLst>
                <a:ext uri="{FF2B5EF4-FFF2-40B4-BE49-F238E27FC236}">
                  <a16:creationId xmlns:a16="http://schemas.microsoft.com/office/drawing/2014/main" id="{50F2EE42-BB8C-A8D0-0DE5-D53B78920C29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26;p25">
              <a:extLst>
                <a:ext uri="{FF2B5EF4-FFF2-40B4-BE49-F238E27FC236}">
                  <a16:creationId xmlns:a16="http://schemas.microsoft.com/office/drawing/2014/main" id="{CD969F6D-8932-FA49-A612-10BB29816FAE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" name="Graphic 49" descr="Pencil with solid fill">
            <a:extLst>
              <a:ext uri="{FF2B5EF4-FFF2-40B4-BE49-F238E27FC236}">
                <a16:creationId xmlns:a16="http://schemas.microsoft.com/office/drawing/2014/main" id="{D0189F3A-1996-C08A-F7C4-A55596383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2F1A7E11-4058-4902-8FAF-75D8CE6A3BA9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52" name="Google Shape;491;p25">
              <a:extLst>
                <a:ext uri="{FF2B5EF4-FFF2-40B4-BE49-F238E27FC236}">
                  <a16:creationId xmlns:a16="http://schemas.microsoft.com/office/drawing/2014/main" id="{AF60088C-A7DE-B2B7-92B3-0EB9BC6510BD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3" name="Graphic 52" descr="Single gear with solid fill">
              <a:extLst>
                <a:ext uri="{FF2B5EF4-FFF2-40B4-BE49-F238E27FC236}">
                  <a16:creationId xmlns:a16="http://schemas.microsoft.com/office/drawing/2014/main" id="{C17DDDC3-B65A-2BD4-BE78-C049884A2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1363BF0-AA03-C11D-BC55-82DD40FD53D5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4CB235-3BA4-14D8-F27D-731906EB98A6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EFE948-398D-0A8E-BB67-E04A225496F1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8F0F57-02CA-1682-0918-64D7D8AEA2FF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F25F73-79C8-5916-3B63-4C0090E10F4A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87BFBEB2-6DB8-693C-460F-C13F22620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1752" y="1081904"/>
            <a:ext cx="2140496" cy="214049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86F83573-02DB-0FC4-7837-AF4095C28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433" y="1701292"/>
            <a:ext cx="2140496" cy="2140496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F39AE06F-55DC-0D21-8657-C4429DD099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982" y="1729918"/>
            <a:ext cx="2140497" cy="2140497"/>
          </a:xfrm>
          <a:prstGeom prst="rect">
            <a:avLst/>
          </a:prstGeom>
        </p:spPr>
      </p:pic>
      <p:sp>
        <p:nvSpPr>
          <p:cNvPr id="67" name="Google Shape;487;p25">
            <a:extLst>
              <a:ext uri="{FF2B5EF4-FFF2-40B4-BE49-F238E27FC236}">
                <a16:creationId xmlns:a16="http://schemas.microsoft.com/office/drawing/2014/main" id="{B199727A-58D2-6214-42A7-7A3FE3F67451}"/>
              </a:ext>
            </a:extLst>
          </p:cNvPr>
          <p:cNvSpPr txBox="1"/>
          <p:nvPr/>
        </p:nvSpPr>
        <p:spPr>
          <a:xfrm>
            <a:off x="500607" y="3965149"/>
            <a:ext cx="254348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ubik Black"/>
                <a:ea typeface="Rubik Black"/>
                <a:cs typeface="Rubik Black"/>
                <a:sym typeface="Rubik Black"/>
              </a:rPr>
              <a:t>Marie - Ève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68" name="Google Shape;487;p25">
            <a:extLst>
              <a:ext uri="{FF2B5EF4-FFF2-40B4-BE49-F238E27FC236}">
                <a16:creationId xmlns:a16="http://schemas.microsoft.com/office/drawing/2014/main" id="{88C6CE0D-01F6-3E7D-0045-110E384A25EC}"/>
              </a:ext>
            </a:extLst>
          </p:cNvPr>
          <p:cNvSpPr txBox="1"/>
          <p:nvPr/>
        </p:nvSpPr>
        <p:spPr>
          <a:xfrm>
            <a:off x="3009118" y="3391271"/>
            <a:ext cx="3121393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ubik Black"/>
                <a:ea typeface="Rubik Black"/>
                <a:cs typeface="Rubik Black"/>
                <a:sym typeface="Rubik Black"/>
              </a:rPr>
              <a:t>M. Tournesol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69" name="Google Shape;487;p25">
            <a:extLst>
              <a:ext uri="{FF2B5EF4-FFF2-40B4-BE49-F238E27FC236}">
                <a16:creationId xmlns:a16="http://schemas.microsoft.com/office/drawing/2014/main" id="{BFFC713B-91EB-923D-16FE-2DE3EEEA001C}"/>
              </a:ext>
            </a:extLst>
          </p:cNvPr>
          <p:cNvSpPr txBox="1"/>
          <p:nvPr/>
        </p:nvSpPr>
        <p:spPr>
          <a:xfrm>
            <a:off x="5874533" y="3968272"/>
            <a:ext cx="3121393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rPr>
              <a:t>Sammy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</p:spTree>
    <p:extLst>
      <p:ext uri="{BB962C8B-B14F-4D97-AF65-F5344CB8AC3E}">
        <p14:creationId xmlns:p14="http://schemas.microsoft.com/office/powerpoint/2010/main" val="1497002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6DE49D97-BA9D-6F11-1635-DD7A0075B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A3D374E1-3FC3-95D7-09B2-8C94399799C6}"/>
              </a:ext>
            </a:extLst>
          </p:cNvPr>
          <p:cNvGrpSpPr/>
          <p:nvPr/>
        </p:nvGrpSpPr>
        <p:grpSpPr>
          <a:xfrm>
            <a:off x="434341" y="1615535"/>
            <a:ext cx="1572610" cy="2680420"/>
            <a:chOff x="4754850" y="1600325"/>
            <a:chExt cx="3772191" cy="3108650"/>
          </a:xfrm>
        </p:grpSpPr>
        <p:sp>
          <p:nvSpPr>
            <p:cNvPr id="3" name="Google Shape;483;p25">
              <a:extLst>
                <a:ext uri="{FF2B5EF4-FFF2-40B4-BE49-F238E27FC236}">
                  <a16:creationId xmlns:a16="http://schemas.microsoft.com/office/drawing/2014/main" id="{EA78F2CB-477D-42C3-6266-4A4552F8C24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4;p25">
              <a:extLst>
                <a:ext uri="{FF2B5EF4-FFF2-40B4-BE49-F238E27FC236}">
                  <a16:creationId xmlns:a16="http://schemas.microsoft.com/office/drawing/2014/main" id="{DB4B4937-B1AB-A7E9-2D95-FFF672CCF78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485;p25">
              <a:extLst>
                <a:ext uri="{FF2B5EF4-FFF2-40B4-BE49-F238E27FC236}">
                  <a16:creationId xmlns:a16="http://schemas.microsoft.com/office/drawing/2014/main" id="{615C975A-053A-17AE-944D-59DD9776273A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Google Shape;486;p25">
            <a:extLst>
              <a:ext uri="{FF2B5EF4-FFF2-40B4-BE49-F238E27FC236}">
                <a16:creationId xmlns:a16="http://schemas.microsoft.com/office/drawing/2014/main" id="{8488F9B4-5943-29C8-688E-F0C33D082F56}"/>
              </a:ext>
            </a:extLst>
          </p:cNvPr>
          <p:cNvGrpSpPr/>
          <p:nvPr/>
        </p:nvGrpSpPr>
        <p:grpSpPr>
          <a:xfrm>
            <a:off x="528402" y="1999896"/>
            <a:ext cx="1348725" cy="2227283"/>
            <a:chOff x="844774" y="1956482"/>
            <a:chExt cx="1564200" cy="2583118"/>
          </a:xfrm>
        </p:grpSpPr>
        <p:sp>
          <p:nvSpPr>
            <p:cNvPr id="7" name="Google Shape;487;p25">
              <a:extLst>
                <a:ext uri="{FF2B5EF4-FFF2-40B4-BE49-F238E27FC236}">
                  <a16:creationId xmlns:a16="http://schemas.microsoft.com/office/drawing/2014/main" id="{953CF3EE-A14D-33C6-974C-CAB07DFD8C0D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" name="Google Shape;488;p25">
              <a:extLst>
                <a:ext uri="{FF2B5EF4-FFF2-40B4-BE49-F238E27FC236}">
                  <a16:creationId xmlns:a16="http://schemas.microsoft.com/office/drawing/2014/main" id="{2410BA22-31D1-CE3F-6E9B-24EEC8733B26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" name="Google Shape;494;p25">
            <a:extLst>
              <a:ext uri="{FF2B5EF4-FFF2-40B4-BE49-F238E27FC236}">
                <a16:creationId xmlns:a16="http://schemas.microsoft.com/office/drawing/2014/main" id="{8465CC5C-4197-78C6-3D5A-2284C8A2F0E9}"/>
              </a:ext>
            </a:extLst>
          </p:cNvPr>
          <p:cNvGrpSpPr/>
          <p:nvPr/>
        </p:nvGrpSpPr>
        <p:grpSpPr>
          <a:xfrm>
            <a:off x="2145338" y="1615535"/>
            <a:ext cx="1572610" cy="2680420"/>
            <a:chOff x="4754850" y="1600325"/>
            <a:chExt cx="3772191" cy="3108650"/>
          </a:xfrm>
        </p:grpSpPr>
        <p:sp>
          <p:nvSpPr>
            <p:cNvPr id="15" name="Google Shape;495;p25">
              <a:extLst>
                <a:ext uri="{FF2B5EF4-FFF2-40B4-BE49-F238E27FC236}">
                  <a16:creationId xmlns:a16="http://schemas.microsoft.com/office/drawing/2014/main" id="{DCD0C697-2CC8-5FD3-2349-0B12E8C96D1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96;p25">
              <a:extLst>
                <a:ext uri="{FF2B5EF4-FFF2-40B4-BE49-F238E27FC236}">
                  <a16:creationId xmlns:a16="http://schemas.microsoft.com/office/drawing/2014/main" id="{1F5F790C-2A46-CA67-B9D8-79448E7A86EC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" name="Google Shape;497;p25">
              <a:extLst>
                <a:ext uri="{FF2B5EF4-FFF2-40B4-BE49-F238E27FC236}">
                  <a16:creationId xmlns:a16="http://schemas.microsoft.com/office/drawing/2014/main" id="{BCE92B0B-ED19-2A3D-7D52-663083700F2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498;p25">
            <a:extLst>
              <a:ext uri="{FF2B5EF4-FFF2-40B4-BE49-F238E27FC236}">
                <a16:creationId xmlns:a16="http://schemas.microsoft.com/office/drawing/2014/main" id="{F9CD24F0-107B-9CC7-EAC3-DEE01DA0BC14}"/>
              </a:ext>
            </a:extLst>
          </p:cNvPr>
          <p:cNvGrpSpPr/>
          <p:nvPr/>
        </p:nvGrpSpPr>
        <p:grpSpPr>
          <a:xfrm>
            <a:off x="2200048" y="2016662"/>
            <a:ext cx="1431292" cy="2210519"/>
            <a:chOff x="2757151" y="1975925"/>
            <a:chExt cx="1659958" cy="2563675"/>
          </a:xfrm>
        </p:grpSpPr>
        <p:sp>
          <p:nvSpPr>
            <p:cNvPr id="19" name="Google Shape;499;p25">
              <a:extLst>
                <a:ext uri="{FF2B5EF4-FFF2-40B4-BE49-F238E27FC236}">
                  <a16:creationId xmlns:a16="http://schemas.microsoft.com/office/drawing/2014/main" id="{84A0B309-1C6E-C52B-D53B-7F49A80942BA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0" name="Google Shape;500;p25">
              <a:extLst>
                <a:ext uri="{FF2B5EF4-FFF2-40B4-BE49-F238E27FC236}">
                  <a16:creationId xmlns:a16="http://schemas.microsoft.com/office/drawing/2014/main" id="{18BD0BDA-C87C-C1A7-55E2-4B9C93975C0E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2" name="Google Shape;502;p25">
            <a:extLst>
              <a:ext uri="{FF2B5EF4-FFF2-40B4-BE49-F238E27FC236}">
                <a16:creationId xmlns:a16="http://schemas.microsoft.com/office/drawing/2014/main" id="{BF41C62F-FF46-F379-FB55-35889B16C2DA}"/>
              </a:ext>
            </a:extLst>
          </p:cNvPr>
          <p:cNvGrpSpPr/>
          <p:nvPr/>
        </p:nvGrpSpPr>
        <p:grpSpPr>
          <a:xfrm>
            <a:off x="3846174" y="1615535"/>
            <a:ext cx="1572610" cy="2680420"/>
            <a:chOff x="4754850" y="1600325"/>
            <a:chExt cx="3772191" cy="3108650"/>
          </a:xfrm>
        </p:grpSpPr>
        <p:sp>
          <p:nvSpPr>
            <p:cNvPr id="23" name="Google Shape;503;p25">
              <a:extLst>
                <a:ext uri="{FF2B5EF4-FFF2-40B4-BE49-F238E27FC236}">
                  <a16:creationId xmlns:a16="http://schemas.microsoft.com/office/drawing/2014/main" id="{448D6067-FB94-CC84-50A5-27FFBB85145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04;p25">
              <a:extLst>
                <a:ext uri="{FF2B5EF4-FFF2-40B4-BE49-F238E27FC236}">
                  <a16:creationId xmlns:a16="http://schemas.microsoft.com/office/drawing/2014/main" id="{A1A945F5-A981-8261-344C-478371BA567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" name="Google Shape;505;p25">
              <a:extLst>
                <a:ext uri="{FF2B5EF4-FFF2-40B4-BE49-F238E27FC236}">
                  <a16:creationId xmlns:a16="http://schemas.microsoft.com/office/drawing/2014/main" id="{8989BF50-319B-A26A-21FD-6C6A82172C7C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Google Shape;506;p25">
            <a:extLst>
              <a:ext uri="{FF2B5EF4-FFF2-40B4-BE49-F238E27FC236}">
                <a16:creationId xmlns:a16="http://schemas.microsoft.com/office/drawing/2014/main" id="{F6683F0D-1180-68DE-9029-31CBDEB69C9B}"/>
              </a:ext>
            </a:extLst>
          </p:cNvPr>
          <p:cNvGrpSpPr/>
          <p:nvPr/>
        </p:nvGrpSpPr>
        <p:grpSpPr>
          <a:xfrm>
            <a:off x="3909760" y="2016691"/>
            <a:ext cx="1446721" cy="2210493"/>
            <a:chOff x="4729264" y="1975954"/>
            <a:chExt cx="1677852" cy="2563646"/>
          </a:xfrm>
        </p:grpSpPr>
        <p:sp>
          <p:nvSpPr>
            <p:cNvPr id="27" name="Google Shape;507;p25">
              <a:extLst>
                <a:ext uri="{FF2B5EF4-FFF2-40B4-BE49-F238E27FC236}">
                  <a16:creationId xmlns:a16="http://schemas.microsoft.com/office/drawing/2014/main" id="{FB7FB3E9-E88E-53DE-38F0-651407E44F0C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8" name="Google Shape;508;p25">
              <a:extLst>
                <a:ext uri="{FF2B5EF4-FFF2-40B4-BE49-F238E27FC236}">
                  <a16:creationId xmlns:a16="http://schemas.microsoft.com/office/drawing/2014/main" id="{EF2664F0-F8AA-CD95-DDFC-B9B9BB8C948D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0" name="Google Shape;510;p25">
            <a:extLst>
              <a:ext uri="{FF2B5EF4-FFF2-40B4-BE49-F238E27FC236}">
                <a16:creationId xmlns:a16="http://schemas.microsoft.com/office/drawing/2014/main" id="{D74F8E39-11BE-1DE9-7A9D-671D3BE69C7B}"/>
              </a:ext>
            </a:extLst>
          </p:cNvPr>
          <p:cNvGrpSpPr/>
          <p:nvPr/>
        </p:nvGrpSpPr>
        <p:grpSpPr>
          <a:xfrm>
            <a:off x="5521611" y="1204055"/>
            <a:ext cx="1572610" cy="2680420"/>
            <a:chOff x="4754850" y="1600325"/>
            <a:chExt cx="3772191" cy="3108650"/>
          </a:xfrm>
        </p:grpSpPr>
        <p:sp>
          <p:nvSpPr>
            <p:cNvPr id="31" name="Google Shape;511;p25">
              <a:extLst>
                <a:ext uri="{FF2B5EF4-FFF2-40B4-BE49-F238E27FC236}">
                  <a16:creationId xmlns:a16="http://schemas.microsoft.com/office/drawing/2014/main" id="{2E971B67-FFEA-8A80-D40E-B7AAE028A35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2;p25">
              <a:extLst>
                <a:ext uri="{FF2B5EF4-FFF2-40B4-BE49-F238E27FC236}">
                  <a16:creationId xmlns:a16="http://schemas.microsoft.com/office/drawing/2014/main" id="{B08ACCEA-9BE2-231F-6E15-446EAFC2AC3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" name="Google Shape;513;p25">
              <a:extLst>
                <a:ext uri="{FF2B5EF4-FFF2-40B4-BE49-F238E27FC236}">
                  <a16:creationId xmlns:a16="http://schemas.microsoft.com/office/drawing/2014/main" id="{C6924695-9C87-F497-41CF-0F1380725F1B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Google Shape;514;p25">
            <a:extLst>
              <a:ext uri="{FF2B5EF4-FFF2-40B4-BE49-F238E27FC236}">
                <a16:creationId xmlns:a16="http://schemas.microsoft.com/office/drawing/2014/main" id="{6BCBB79C-960A-0F03-C12D-EE0BB38B0DC4}"/>
              </a:ext>
            </a:extLst>
          </p:cNvPr>
          <p:cNvGrpSpPr/>
          <p:nvPr/>
        </p:nvGrpSpPr>
        <p:grpSpPr>
          <a:xfrm>
            <a:off x="5615672" y="1612121"/>
            <a:ext cx="1348725" cy="2203580"/>
            <a:chOff x="6724524" y="1983973"/>
            <a:chExt cx="1564200" cy="2555627"/>
          </a:xfrm>
        </p:grpSpPr>
        <p:sp>
          <p:nvSpPr>
            <p:cNvPr id="35" name="Google Shape;515;p25">
              <a:extLst>
                <a:ext uri="{FF2B5EF4-FFF2-40B4-BE49-F238E27FC236}">
                  <a16:creationId xmlns:a16="http://schemas.microsoft.com/office/drawing/2014/main" id="{D55CE520-4123-2C80-699C-FAC7FDE72BAA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6" name="Google Shape;516;p25">
              <a:extLst>
                <a:ext uri="{FF2B5EF4-FFF2-40B4-BE49-F238E27FC236}">
                  <a16:creationId xmlns:a16="http://schemas.microsoft.com/office/drawing/2014/main" id="{4E69381B-FDA4-F0A4-5927-B275EA1E9DED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CECE85CD-297D-FB3E-D655-E1515EFE7A7F}"/>
              </a:ext>
            </a:extLst>
          </p:cNvPr>
          <p:cNvGrpSpPr/>
          <p:nvPr/>
        </p:nvGrpSpPr>
        <p:grpSpPr>
          <a:xfrm>
            <a:off x="983436" y="147293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8342558B-CE12-D8AF-E18C-5C53C573670C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AFD80863-E802-6ECA-FAB5-897BDE9AC0B2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521;p25">
            <a:extLst>
              <a:ext uri="{FF2B5EF4-FFF2-40B4-BE49-F238E27FC236}">
                <a16:creationId xmlns:a16="http://schemas.microsoft.com/office/drawing/2014/main" id="{9D69536F-CF0A-6BC2-3EA6-78B95ED08BEB}"/>
              </a:ext>
            </a:extLst>
          </p:cNvPr>
          <p:cNvGrpSpPr/>
          <p:nvPr/>
        </p:nvGrpSpPr>
        <p:grpSpPr>
          <a:xfrm>
            <a:off x="6075786" y="1035184"/>
            <a:ext cx="433537" cy="433537"/>
            <a:chOff x="7014301" y="2017350"/>
            <a:chExt cx="502800" cy="502800"/>
          </a:xfrm>
        </p:grpSpPr>
        <p:sp>
          <p:nvSpPr>
            <p:cNvPr id="42" name="Google Shape;522;p25">
              <a:extLst>
                <a:ext uri="{FF2B5EF4-FFF2-40B4-BE49-F238E27FC236}">
                  <a16:creationId xmlns:a16="http://schemas.microsoft.com/office/drawing/2014/main" id="{54FD5A16-BCDE-8717-8FF2-6B6D55010A1A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3;p25">
              <a:extLst>
                <a:ext uri="{FF2B5EF4-FFF2-40B4-BE49-F238E27FC236}">
                  <a16:creationId xmlns:a16="http://schemas.microsoft.com/office/drawing/2014/main" id="{DCAA09C2-6FB1-A833-67F2-B94D92CE5F77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525;p25">
            <a:extLst>
              <a:ext uri="{FF2B5EF4-FFF2-40B4-BE49-F238E27FC236}">
                <a16:creationId xmlns:a16="http://schemas.microsoft.com/office/drawing/2014/main" id="{55FB5D05-29ED-ED5A-732B-589360183195}"/>
              </a:ext>
            </a:extLst>
          </p:cNvPr>
          <p:cNvSpPr/>
          <p:nvPr/>
        </p:nvSpPr>
        <p:spPr>
          <a:xfrm>
            <a:off x="4397789" y="1472846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510;p25">
            <a:extLst>
              <a:ext uri="{FF2B5EF4-FFF2-40B4-BE49-F238E27FC236}">
                <a16:creationId xmlns:a16="http://schemas.microsoft.com/office/drawing/2014/main" id="{949A9A9A-6B8B-A357-F99B-8CBAEA4CB14D}"/>
              </a:ext>
            </a:extLst>
          </p:cNvPr>
          <p:cNvGrpSpPr/>
          <p:nvPr/>
        </p:nvGrpSpPr>
        <p:grpSpPr>
          <a:xfrm>
            <a:off x="7182771" y="1615535"/>
            <a:ext cx="1572610" cy="2680420"/>
            <a:chOff x="4754850" y="1600325"/>
            <a:chExt cx="3772191" cy="3108650"/>
          </a:xfrm>
        </p:grpSpPr>
        <p:sp>
          <p:nvSpPr>
            <p:cNvPr id="48" name="Google Shape;511;p25">
              <a:extLst>
                <a:ext uri="{FF2B5EF4-FFF2-40B4-BE49-F238E27FC236}">
                  <a16:creationId xmlns:a16="http://schemas.microsoft.com/office/drawing/2014/main" id="{66B62899-C993-8565-32E2-3E91738EF65D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2;p25">
              <a:extLst>
                <a:ext uri="{FF2B5EF4-FFF2-40B4-BE49-F238E27FC236}">
                  <a16:creationId xmlns:a16="http://schemas.microsoft.com/office/drawing/2014/main" id="{64D06C6E-07F1-B271-63DD-1A55391C5586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" name="Google Shape;513;p25">
              <a:extLst>
                <a:ext uri="{FF2B5EF4-FFF2-40B4-BE49-F238E27FC236}">
                  <a16:creationId xmlns:a16="http://schemas.microsoft.com/office/drawing/2014/main" id="{53F2988A-15EC-2F7A-0C13-83EE0B25F664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" name="Google Shape;514;p25">
            <a:extLst>
              <a:ext uri="{FF2B5EF4-FFF2-40B4-BE49-F238E27FC236}">
                <a16:creationId xmlns:a16="http://schemas.microsoft.com/office/drawing/2014/main" id="{73621094-D82B-7597-49B5-D7C06B519497}"/>
              </a:ext>
            </a:extLst>
          </p:cNvPr>
          <p:cNvGrpSpPr/>
          <p:nvPr/>
        </p:nvGrpSpPr>
        <p:grpSpPr>
          <a:xfrm>
            <a:off x="7190272" y="2003877"/>
            <a:ext cx="1532498" cy="2223301"/>
            <a:chOff x="6628231" y="1961100"/>
            <a:chExt cx="1777333" cy="2578500"/>
          </a:xfrm>
        </p:grpSpPr>
        <p:sp>
          <p:nvSpPr>
            <p:cNvPr id="52" name="Google Shape;515;p25">
              <a:extLst>
                <a:ext uri="{FF2B5EF4-FFF2-40B4-BE49-F238E27FC236}">
                  <a16:creationId xmlns:a16="http://schemas.microsoft.com/office/drawing/2014/main" id="{0E5D6603-FF4E-7D7D-4FD0-71F243E29A3E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53" name="Google Shape;516;p25">
              <a:extLst>
                <a:ext uri="{FF2B5EF4-FFF2-40B4-BE49-F238E27FC236}">
                  <a16:creationId xmlns:a16="http://schemas.microsoft.com/office/drawing/2014/main" id="{2C5BB291-214A-64AF-2D71-9A1E71A25C71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55" name="Google Shape;524;p25">
            <a:extLst>
              <a:ext uri="{FF2B5EF4-FFF2-40B4-BE49-F238E27FC236}">
                <a16:creationId xmlns:a16="http://schemas.microsoft.com/office/drawing/2014/main" id="{EA6D02C5-C3B6-ACF7-6F8E-DA09F6D976FF}"/>
              </a:ext>
            </a:extLst>
          </p:cNvPr>
          <p:cNvGrpSpPr/>
          <p:nvPr/>
        </p:nvGrpSpPr>
        <p:grpSpPr>
          <a:xfrm>
            <a:off x="7772648" y="1454979"/>
            <a:ext cx="433623" cy="433623"/>
            <a:chOff x="858700" y="1967475"/>
            <a:chExt cx="605100" cy="605100"/>
          </a:xfrm>
        </p:grpSpPr>
        <p:sp>
          <p:nvSpPr>
            <p:cNvPr id="56" name="Google Shape;525;p25">
              <a:extLst>
                <a:ext uri="{FF2B5EF4-FFF2-40B4-BE49-F238E27FC236}">
                  <a16:creationId xmlns:a16="http://schemas.microsoft.com/office/drawing/2014/main" id="{7A575FE5-8478-1DC7-53E0-9A57927AFC7A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26;p25">
              <a:extLst>
                <a:ext uri="{FF2B5EF4-FFF2-40B4-BE49-F238E27FC236}">
                  <a16:creationId xmlns:a16="http://schemas.microsoft.com/office/drawing/2014/main" id="{3C606934-9908-4FFE-D916-91D96563FAA1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" name="Graphic 58" descr="Pencil with solid fill">
            <a:extLst>
              <a:ext uri="{FF2B5EF4-FFF2-40B4-BE49-F238E27FC236}">
                <a16:creationId xmlns:a16="http://schemas.microsoft.com/office/drawing/2014/main" id="{514A8CE0-2787-9A58-B829-77BFDA574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1498241"/>
            <a:ext cx="356951" cy="3569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A9B9FC7-490B-AAE2-30F5-696F99F032BA}"/>
              </a:ext>
            </a:extLst>
          </p:cNvPr>
          <p:cNvGrpSpPr/>
          <p:nvPr/>
        </p:nvGrpSpPr>
        <p:grpSpPr>
          <a:xfrm>
            <a:off x="2692694" y="1475015"/>
            <a:ext cx="444980" cy="446767"/>
            <a:chOff x="2692694" y="1475015"/>
            <a:chExt cx="444980" cy="446767"/>
          </a:xfrm>
        </p:grpSpPr>
        <p:sp>
          <p:nvSpPr>
            <p:cNvPr id="11" name="Google Shape;491;p25">
              <a:extLst>
                <a:ext uri="{FF2B5EF4-FFF2-40B4-BE49-F238E27FC236}">
                  <a16:creationId xmlns:a16="http://schemas.microsoft.com/office/drawing/2014/main" id="{D3C85E6E-A2F8-E7D1-337E-1F88B69D3728}"/>
                </a:ext>
              </a:extLst>
            </p:cNvPr>
            <p:cNvSpPr/>
            <p:nvPr/>
          </p:nvSpPr>
          <p:spPr>
            <a:xfrm>
              <a:off x="2697771" y="147501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" name="Graphic 60" descr="Single gear with solid fill">
              <a:extLst>
                <a:ext uri="{FF2B5EF4-FFF2-40B4-BE49-F238E27FC236}">
                  <a16:creationId xmlns:a16="http://schemas.microsoft.com/office/drawing/2014/main" id="{CBAD6CA7-0B2B-C50F-B801-49380D904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476802"/>
              <a:ext cx="444980" cy="44498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A99595CD-BFF4-958F-06C6-1D2177053110}"/>
              </a:ext>
            </a:extLst>
          </p:cNvPr>
          <p:cNvSpPr txBox="1"/>
          <p:nvPr/>
        </p:nvSpPr>
        <p:spPr>
          <a:xfrm>
            <a:off x="647633" y="2653333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44F627-5917-E08F-15FB-9B0A98CDDC60}"/>
              </a:ext>
            </a:extLst>
          </p:cNvPr>
          <p:cNvSpPr txBox="1"/>
          <p:nvPr/>
        </p:nvSpPr>
        <p:spPr>
          <a:xfrm>
            <a:off x="2235766" y="2638363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67EA51C8-E2AB-4797-5C53-FEB4D521EA06}"/>
              </a:ext>
            </a:extLst>
          </p:cNvPr>
          <p:cNvSpPr txBox="1"/>
          <p:nvPr/>
        </p:nvSpPr>
        <p:spPr>
          <a:xfrm>
            <a:off x="3985622" y="2635794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BE75725-A637-9F61-EB86-3F28D8B70880}"/>
              </a:ext>
            </a:extLst>
          </p:cNvPr>
          <p:cNvSpPr txBox="1"/>
          <p:nvPr/>
        </p:nvSpPr>
        <p:spPr>
          <a:xfrm>
            <a:off x="5615529" y="2218267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A41B552-56FC-EB1E-6994-415B8E8E4F2B}"/>
              </a:ext>
            </a:extLst>
          </p:cNvPr>
          <p:cNvSpPr txBox="1"/>
          <p:nvPr/>
        </p:nvSpPr>
        <p:spPr>
          <a:xfrm>
            <a:off x="7284111" y="2703182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452DC0-269D-61E1-2E22-AB5A2FA94D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2943" y="-2988284"/>
            <a:ext cx="2140496" cy="21404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23027E-ED54-74AA-FDA0-A2C9C3FFA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463817" y="1811037"/>
            <a:ext cx="2140496" cy="21404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028AB6-B054-AF1D-3FA6-A68FCE8CA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0360" y="1836826"/>
            <a:ext cx="2140497" cy="2140497"/>
          </a:xfrm>
          <a:prstGeom prst="rect">
            <a:avLst/>
          </a:prstGeom>
        </p:spPr>
      </p:pic>
      <p:sp>
        <p:nvSpPr>
          <p:cNvPr id="21" name="Google Shape;487;p25">
            <a:extLst>
              <a:ext uri="{FF2B5EF4-FFF2-40B4-BE49-F238E27FC236}">
                <a16:creationId xmlns:a16="http://schemas.microsoft.com/office/drawing/2014/main" id="{DB969708-EF5E-238C-8B0D-0CE4AE9B7C1E}"/>
              </a:ext>
            </a:extLst>
          </p:cNvPr>
          <p:cNvSpPr txBox="1"/>
          <p:nvPr/>
        </p:nvSpPr>
        <p:spPr>
          <a:xfrm>
            <a:off x="-2713643" y="4074894"/>
            <a:ext cx="254348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ubik Black"/>
                <a:ea typeface="Rubik Black"/>
                <a:cs typeface="Rubik Black"/>
                <a:sym typeface="Rubik Black"/>
              </a:rPr>
              <a:t>Marie - Ève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29" name="Google Shape;487;p25">
            <a:extLst>
              <a:ext uri="{FF2B5EF4-FFF2-40B4-BE49-F238E27FC236}">
                <a16:creationId xmlns:a16="http://schemas.microsoft.com/office/drawing/2014/main" id="{8BCD8E1F-CE73-1174-A3B2-8A92BC53AB41}"/>
              </a:ext>
            </a:extLst>
          </p:cNvPr>
          <p:cNvSpPr txBox="1"/>
          <p:nvPr/>
        </p:nvSpPr>
        <p:spPr>
          <a:xfrm>
            <a:off x="2880309" y="-678917"/>
            <a:ext cx="3121393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Rubik Black"/>
                <a:ea typeface="Rubik Black"/>
                <a:cs typeface="Rubik Black"/>
                <a:sym typeface="Rubik Black"/>
              </a:rPr>
              <a:t>M. Tournesol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37" name="Google Shape;487;p25">
            <a:extLst>
              <a:ext uri="{FF2B5EF4-FFF2-40B4-BE49-F238E27FC236}">
                <a16:creationId xmlns:a16="http://schemas.microsoft.com/office/drawing/2014/main" id="{8D7269B2-F730-D320-7932-11EC64A14E7D}"/>
              </a:ext>
            </a:extLst>
          </p:cNvPr>
          <p:cNvSpPr txBox="1"/>
          <p:nvPr/>
        </p:nvSpPr>
        <p:spPr>
          <a:xfrm>
            <a:off x="8869911" y="4075180"/>
            <a:ext cx="3121393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rPr>
              <a:t>Sammy</a:t>
            </a:r>
            <a:endParaRPr sz="28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</p:spTree>
    <p:extLst>
      <p:ext uri="{BB962C8B-B14F-4D97-AF65-F5344CB8AC3E}">
        <p14:creationId xmlns:p14="http://schemas.microsoft.com/office/powerpoint/2010/main" val="41310970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ED8A95A4-29C6-D1E7-EE18-CB21F3751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38EA5B05-FBCC-EAA3-AD79-A0F85DDCF54F}"/>
              </a:ext>
            </a:extLst>
          </p:cNvPr>
          <p:cNvSpPr txBox="1"/>
          <p:nvPr/>
        </p:nvSpPr>
        <p:spPr>
          <a:xfrm>
            <a:off x="893131" y="895413"/>
            <a:ext cx="3617909" cy="47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Démonstration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2" name="Google Shape;521;p25">
            <a:extLst>
              <a:ext uri="{FF2B5EF4-FFF2-40B4-BE49-F238E27FC236}">
                <a16:creationId xmlns:a16="http://schemas.microsoft.com/office/drawing/2014/main" id="{8B2C5179-82C6-43A8-2FED-FEF552090B57}"/>
              </a:ext>
            </a:extLst>
          </p:cNvPr>
          <p:cNvGrpSpPr/>
          <p:nvPr/>
        </p:nvGrpSpPr>
        <p:grpSpPr>
          <a:xfrm>
            <a:off x="459594" y="829444"/>
            <a:ext cx="433537" cy="433537"/>
            <a:chOff x="7014301" y="2017350"/>
            <a:chExt cx="502800" cy="502800"/>
          </a:xfrm>
        </p:grpSpPr>
        <p:sp>
          <p:nvSpPr>
            <p:cNvPr id="3" name="Google Shape;522;p25">
              <a:extLst>
                <a:ext uri="{FF2B5EF4-FFF2-40B4-BE49-F238E27FC236}">
                  <a16:creationId xmlns:a16="http://schemas.microsoft.com/office/drawing/2014/main" id="{399ECBF8-1B80-05D4-4422-B015A089B187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23;p25">
              <a:extLst>
                <a:ext uri="{FF2B5EF4-FFF2-40B4-BE49-F238E27FC236}">
                  <a16:creationId xmlns:a16="http://schemas.microsoft.com/office/drawing/2014/main" id="{150C8BD7-6003-F7B5-9E70-C1FF00228674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oogle Shape;482;p25">
            <a:extLst>
              <a:ext uri="{FF2B5EF4-FFF2-40B4-BE49-F238E27FC236}">
                <a16:creationId xmlns:a16="http://schemas.microsoft.com/office/drawing/2014/main" id="{180FC668-A9E8-86DC-BE31-B428C6820FE7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5" name="Google Shape;483;p25">
              <a:extLst>
                <a:ext uri="{FF2B5EF4-FFF2-40B4-BE49-F238E27FC236}">
                  <a16:creationId xmlns:a16="http://schemas.microsoft.com/office/drawing/2014/main" id="{4D75A0FB-AF72-0209-6A70-BCED128932CA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84;p25">
              <a:extLst>
                <a:ext uri="{FF2B5EF4-FFF2-40B4-BE49-F238E27FC236}">
                  <a16:creationId xmlns:a16="http://schemas.microsoft.com/office/drawing/2014/main" id="{8B96DAFF-B55B-577B-F77A-E93DFA282154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" name="Google Shape;485;p25">
              <a:extLst>
                <a:ext uri="{FF2B5EF4-FFF2-40B4-BE49-F238E27FC236}">
                  <a16:creationId xmlns:a16="http://schemas.microsoft.com/office/drawing/2014/main" id="{5950FB91-F2F4-A5C4-7229-E2725C1242A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" name="Google Shape;486;p25">
            <a:extLst>
              <a:ext uri="{FF2B5EF4-FFF2-40B4-BE49-F238E27FC236}">
                <a16:creationId xmlns:a16="http://schemas.microsoft.com/office/drawing/2014/main" id="{2EB6F2C3-263A-224A-4F98-CED6C105CC07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10" name="Google Shape;487;p25">
              <a:extLst>
                <a:ext uri="{FF2B5EF4-FFF2-40B4-BE49-F238E27FC236}">
                  <a16:creationId xmlns:a16="http://schemas.microsoft.com/office/drawing/2014/main" id="{3FF24B16-2644-5167-1BD5-83B290AF7CFE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1" name="Google Shape;488;p25">
              <a:extLst>
                <a:ext uri="{FF2B5EF4-FFF2-40B4-BE49-F238E27FC236}">
                  <a16:creationId xmlns:a16="http://schemas.microsoft.com/office/drawing/2014/main" id="{53A09F9B-0A9E-B8F5-1445-223C7EC754A6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" name="Google Shape;494;p25">
            <a:extLst>
              <a:ext uri="{FF2B5EF4-FFF2-40B4-BE49-F238E27FC236}">
                <a16:creationId xmlns:a16="http://schemas.microsoft.com/office/drawing/2014/main" id="{C991E532-061D-35D9-0B67-1908159E29BC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4" name="Google Shape;495;p25">
              <a:extLst>
                <a:ext uri="{FF2B5EF4-FFF2-40B4-BE49-F238E27FC236}">
                  <a16:creationId xmlns:a16="http://schemas.microsoft.com/office/drawing/2014/main" id="{EEFCFE19-3005-E449-43C3-DA3EE80CC3FE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96;p25">
              <a:extLst>
                <a:ext uri="{FF2B5EF4-FFF2-40B4-BE49-F238E27FC236}">
                  <a16:creationId xmlns:a16="http://schemas.microsoft.com/office/drawing/2014/main" id="{BD16ADCF-6188-C92A-5179-613137861600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497;p25">
              <a:extLst>
                <a:ext uri="{FF2B5EF4-FFF2-40B4-BE49-F238E27FC236}">
                  <a16:creationId xmlns:a16="http://schemas.microsoft.com/office/drawing/2014/main" id="{82A78089-CC73-17FC-B534-9EAD6813B92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498;p25">
            <a:extLst>
              <a:ext uri="{FF2B5EF4-FFF2-40B4-BE49-F238E27FC236}">
                <a16:creationId xmlns:a16="http://schemas.microsoft.com/office/drawing/2014/main" id="{3A4333B9-203C-3A8A-F301-C1A85794E3D5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8" name="Google Shape;499;p25">
              <a:extLst>
                <a:ext uri="{FF2B5EF4-FFF2-40B4-BE49-F238E27FC236}">
                  <a16:creationId xmlns:a16="http://schemas.microsoft.com/office/drawing/2014/main" id="{B5344586-C08E-1091-2A3B-84298F4351E4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9" name="Google Shape;500;p25">
              <a:extLst>
                <a:ext uri="{FF2B5EF4-FFF2-40B4-BE49-F238E27FC236}">
                  <a16:creationId xmlns:a16="http://schemas.microsoft.com/office/drawing/2014/main" id="{7F055A9D-8A6C-06FB-FDFF-99A264DE9EDF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0" name="Google Shape;502;p25">
            <a:extLst>
              <a:ext uri="{FF2B5EF4-FFF2-40B4-BE49-F238E27FC236}">
                <a16:creationId xmlns:a16="http://schemas.microsoft.com/office/drawing/2014/main" id="{DDDD7342-F2B3-9B36-774D-7BF07DA744D7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21" name="Google Shape;503;p25">
              <a:extLst>
                <a:ext uri="{FF2B5EF4-FFF2-40B4-BE49-F238E27FC236}">
                  <a16:creationId xmlns:a16="http://schemas.microsoft.com/office/drawing/2014/main" id="{BAC355D4-F2D0-FE7F-39E4-9A87F638B11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04;p25">
              <a:extLst>
                <a:ext uri="{FF2B5EF4-FFF2-40B4-BE49-F238E27FC236}">
                  <a16:creationId xmlns:a16="http://schemas.microsoft.com/office/drawing/2014/main" id="{7550C645-11B9-6C19-F54A-8AF5A391C62A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" name="Google Shape;505;p25">
              <a:extLst>
                <a:ext uri="{FF2B5EF4-FFF2-40B4-BE49-F238E27FC236}">
                  <a16:creationId xmlns:a16="http://schemas.microsoft.com/office/drawing/2014/main" id="{EAAD9E3C-2C91-51E5-EFB7-B41F33E3BB2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506;p25">
            <a:extLst>
              <a:ext uri="{FF2B5EF4-FFF2-40B4-BE49-F238E27FC236}">
                <a16:creationId xmlns:a16="http://schemas.microsoft.com/office/drawing/2014/main" id="{ABDD70A9-FB83-D512-658B-DF7EBE3E31FF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25" name="Google Shape;507;p25">
              <a:extLst>
                <a:ext uri="{FF2B5EF4-FFF2-40B4-BE49-F238E27FC236}">
                  <a16:creationId xmlns:a16="http://schemas.microsoft.com/office/drawing/2014/main" id="{BBB59DAB-D0B6-6D41-07C7-F81B7F5BCFCE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6" name="Google Shape;508;p25">
              <a:extLst>
                <a:ext uri="{FF2B5EF4-FFF2-40B4-BE49-F238E27FC236}">
                  <a16:creationId xmlns:a16="http://schemas.microsoft.com/office/drawing/2014/main" id="{EBAF357B-B5DB-0CA5-6230-374BC1E40189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7" name="Google Shape;510;p25">
            <a:extLst>
              <a:ext uri="{FF2B5EF4-FFF2-40B4-BE49-F238E27FC236}">
                <a16:creationId xmlns:a16="http://schemas.microsoft.com/office/drawing/2014/main" id="{79281DBA-C6AB-12BD-8BE2-E49E7860A368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28" name="Google Shape;511;p25">
              <a:extLst>
                <a:ext uri="{FF2B5EF4-FFF2-40B4-BE49-F238E27FC236}">
                  <a16:creationId xmlns:a16="http://schemas.microsoft.com/office/drawing/2014/main" id="{B924CF5B-4130-9F2F-9B3C-B896C7D578F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2;p25">
              <a:extLst>
                <a:ext uri="{FF2B5EF4-FFF2-40B4-BE49-F238E27FC236}">
                  <a16:creationId xmlns:a16="http://schemas.microsoft.com/office/drawing/2014/main" id="{69A52F8A-90F4-56D0-07E8-326D6405309C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" name="Google Shape;513;p25">
              <a:extLst>
                <a:ext uri="{FF2B5EF4-FFF2-40B4-BE49-F238E27FC236}">
                  <a16:creationId xmlns:a16="http://schemas.microsoft.com/office/drawing/2014/main" id="{EE31178E-2379-9585-2737-D9644082994A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" name="Google Shape;514;p25">
            <a:extLst>
              <a:ext uri="{FF2B5EF4-FFF2-40B4-BE49-F238E27FC236}">
                <a16:creationId xmlns:a16="http://schemas.microsoft.com/office/drawing/2014/main" id="{9163E56F-BE50-004C-CE7E-7EAA5F267246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32" name="Google Shape;515;p25">
              <a:extLst>
                <a:ext uri="{FF2B5EF4-FFF2-40B4-BE49-F238E27FC236}">
                  <a16:creationId xmlns:a16="http://schemas.microsoft.com/office/drawing/2014/main" id="{E694DE80-43C3-2EC5-BD09-839CB7B43546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3" name="Google Shape;516;p25">
              <a:extLst>
                <a:ext uri="{FF2B5EF4-FFF2-40B4-BE49-F238E27FC236}">
                  <a16:creationId xmlns:a16="http://schemas.microsoft.com/office/drawing/2014/main" id="{94657BD1-9666-7EAA-D98B-45503ABEBA8D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4" name="Google Shape;518;p25">
            <a:extLst>
              <a:ext uri="{FF2B5EF4-FFF2-40B4-BE49-F238E27FC236}">
                <a16:creationId xmlns:a16="http://schemas.microsoft.com/office/drawing/2014/main" id="{82A6A2A8-AD09-250E-E426-7F2C54DF18A7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35" name="Google Shape;519;p25">
              <a:extLst>
                <a:ext uri="{FF2B5EF4-FFF2-40B4-BE49-F238E27FC236}">
                  <a16:creationId xmlns:a16="http://schemas.microsoft.com/office/drawing/2014/main" id="{AAB6C5FB-1A9E-9764-ED0E-5D08BCB120B9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20;p25">
              <a:extLst>
                <a:ext uri="{FF2B5EF4-FFF2-40B4-BE49-F238E27FC236}">
                  <a16:creationId xmlns:a16="http://schemas.microsoft.com/office/drawing/2014/main" id="{BE53B9A8-A6E0-9D16-9964-0999D770D5E1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521;p25">
            <a:extLst>
              <a:ext uri="{FF2B5EF4-FFF2-40B4-BE49-F238E27FC236}">
                <a16:creationId xmlns:a16="http://schemas.microsoft.com/office/drawing/2014/main" id="{183EF11A-CF60-5D91-88B5-5F9F57289CC2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38" name="Google Shape;522;p25">
              <a:extLst>
                <a:ext uri="{FF2B5EF4-FFF2-40B4-BE49-F238E27FC236}">
                  <a16:creationId xmlns:a16="http://schemas.microsoft.com/office/drawing/2014/main" id="{77EBDB87-325A-FD4F-9105-074F2A46903F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23;p25">
              <a:extLst>
                <a:ext uri="{FF2B5EF4-FFF2-40B4-BE49-F238E27FC236}">
                  <a16:creationId xmlns:a16="http://schemas.microsoft.com/office/drawing/2014/main" id="{DEA4DFDA-D0F9-BAFD-DCC6-DEB0661BE71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525;p25">
            <a:extLst>
              <a:ext uri="{FF2B5EF4-FFF2-40B4-BE49-F238E27FC236}">
                <a16:creationId xmlns:a16="http://schemas.microsoft.com/office/drawing/2014/main" id="{E4DBAD53-8AD1-860C-87D2-587A0693BA4C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510;p25">
            <a:extLst>
              <a:ext uri="{FF2B5EF4-FFF2-40B4-BE49-F238E27FC236}">
                <a16:creationId xmlns:a16="http://schemas.microsoft.com/office/drawing/2014/main" id="{60D75600-3FF4-6B7C-F10C-ADC209E66F25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42" name="Google Shape;511;p25">
              <a:extLst>
                <a:ext uri="{FF2B5EF4-FFF2-40B4-BE49-F238E27FC236}">
                  <a16:creationId xmlns:a16="http://schemas.microsoft.com/office/drawing/2014/main" id="{121D80B8-FB29-7AC0-91D3-C10DC13050FF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12;p25">
              <a:extLst>
                <a:ext uri="{FF2B5EF4-FFF2-40B4-BE49-F238E27FC236}">
                  <a16:creationId xmlns:a16="http://schemas.microsoft.com/office/drawing/2014/main" id="{6EE74418-8190-236E-020D-E7CB65B6FF03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" name="Google Shape;513;p25">
              <a:extLst>
                <a:ext uri="{FF2B5EF4-FFF2-40B4-BE49-F238E27FC236}">
                  <a16:creationId xmlns:a16="http://schemas.microsoft.com/office/drawing/2014/main" id="{1CEA809F-B809-8809-9AF1-E3573C229A14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" name="Google Shape;514;p25">
            <a:extLst>
              <a:ext uri="{FF2B5EF4-FFF2-40B4-BE49-F238E27FC236}">
                <a16:creationId xmlns:a16="http://schemas.microsoft.com/office/drawing/2014/main" id="{17A4A361-F748-EF10-06CA-CB09E80F93BC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46" name="Google Shape;515;p25">
              <a:extLst>
                <a:ext uri="{FF2B5EF4-FFF2-40B4-BE49-F238E27FC236}">
                  <a16:creationId xmlns:a16="http://schemas.microsoft.com/office/drawing/2014/main" id="{F95F0ECC-B86B-4161-E485-9CDF9B1252CE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47" name="Google Shape;516;p25">
              <a:extLst>
                <a:ext uri="{FF2B5EF4-FFF2-40B4-BE49-F238E27FC236}">
                  <a16:creationId xmlns:a16="http://schemas.microsoft.com/office/drawing/2014/main" id="{28206A75-34A6-9C70-B831-212FE223081E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48" name="Google Shape;524;p25">
            <a:extLst>
              <a:ext uri="{FF2B5EF4-FFF2-40B4-BE49-F238E27FC236}">
                <a16:creationId xmlns:a16="http://schemas.microsoft.com/office/drawing/2014/main" id="{054B89E7-D721-8196-3B94-4DB74382D4EA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49" name="Google Shape;525;p25">
              <a:extLst>
                <a:ext uri="{FF2B5EF4-FFF2-40B4-BE49-F238E27FC236}">
                  <a16:creationId xmlns:a16="http://schemas.microsoft.com/office/drawing/2014/main" id="{E1909055-8923-ECCD-16F5-6F75F210AA24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26;p25">
              <a:extLst>
                <a:ext uri="{FF2B5EF4-FFF2-40B4-BE49-F238E27FC236}">
                  <a16:creationId xmlns:a16="http://schemas.microsoft.com/office/drawing/2014/main" id="{6070B034-58DF-8408-B2B2-534855CBE891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" name="Graphic 50" descr="Pencil with solid fill">
            <a:extLst>
              <a:ext uri="{FF2B5EF4-FFF2-40B4-BE49-F238E27FC236}">
                <a16:creationId xmlns:a16="http://schemas.microsoft.com/office/drawing/2014/main" id="{D476C80F-C80F-E3AF-C9D7-F06211D57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BA88D976-6011-2274-37E5-185AC2BF9D3E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53" name="Google Shape;491;p25">
              <a:extLst>
                <a:ext uri="{FF2B5EF4-FFF2-40B4-BE49-F238E27FC236}">
                  <a16:creationId xmlns:a16="http://schemas.microsoft.com/office/drawing/2014/main" id="{CEF724DA-1726-AACA-3C10-9C83D863DC94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4" name="Graphic 53" descr="Single gear with solid fill">
              <a:extLst>
                <a:ext uri="{FF2B5EF4-FFF2-40B4-BE49-F238E27FC236}">
                  <a16:creationId xmlns:a16="http://schemas.microsoft.com/office/drawing/2014/main" id="{83ED3405-AC61-587E-5125-5AA3E6287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A56E982-F14A-6A0E-1680-B7ECD6259DA4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CF9153F-36FA-5886-4B9E-492B56DABB8E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60CFB3-B4EC-EAB6-816F-5BBAF16B53FC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C916E2-F8CF-E2EF-3D63-DF7A9F0EE64B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308820-91B5-195E-6F64-C815A2FB2CAC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5218943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A0BD87A4-14AC-5C53-9F22-5B765CF9A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482;p25">
            <a:extLst>
              <a:ext uri="{FF2B5EF4-FFF2-40B4-BE49-F238E27FC236}">
                <a16:creationId xmlns:a16="http://schemas.microsoft.com/office/drawing/2014/main" id="{169A6388-75B6-C963-1D72-E345C90A9344}"/>
              </a:ext>
            </a:extLst>
          </p:cNvPr>
          <p:cNvGrpSpPr/>
          <p:nvPr/>
        </p:nvGrpSpPr>
        <p:grpSpPr>
          <a:xfrm>
            <a:off x="434341" y="1615535"/>
            <a:ext cx="1572610" cy="2680420"/>
            <a:chOff x="4754850" y="1600325"/>
            <a:chExt cx="3772191" cy="3108650"/>
          </a:xfrm>
        </p:grpSpPr>
        <p:sp>
          <p:nvSpPr>
            <p:cNvPr id="3" name="Google Shape;483;p25">
              <a:extLst>
                <a:ext uri="{FF2B5EF4-FFF2-40B4-BE49-F238E27FC236}">
                  <a16:creationId xmlns:a16="http://schemas.microsoft.com/office/drawing/2014/main" id="{4332E00B-AE28-46FD-BA47-F2EB6DDDC70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84;p25">
              <a:extLst>
                <a:ext uri="{FF2B5EF4-FFF2-40B4-BE49-F238E27FC236}">
                  <a16:creationId xmlns:a16="http://schemas.microsoft.com/office/drawing/2014/main" id="{A5119ADD-3AC9-A965-5BB9-1DEC73F9DA86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" name="Google Shape;485;p25">
              <a:extLst>
                <a:ext uri="{FF2B5EF4-FFF2-40B4-BE49-F238E27FC236}">
                  <a16:creationId xmlns:a16="http://schemas.microsoft.com/office/drawing/2014/main" id="{A15E072C-0AC9-1642-5EB8-1AE8160EF4B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" name="Google Shape;486;p25">
            <a:extLst>
              <a:ext uri="{FF2B5EF4-FFF2-40B4-BE49-F238E27FC236}">
                <a16:creationId xmlns:a16="http://schemas.microsoft.com/office/drawing/2014/main" id="{1AFC6634-871C-4664-C582-326048678B26}"/>
              </a:ext>
            </a:extLst>
          </p:cNvPr>
          <p:cNvGrpSpPr/>
          <p:nvPr/>
        </p:nvGrpSpPr>
        <p:grpSpPr>
          <a:xfrm>
            <a:off x="528402" y="1999896"/>
            <a:ext cx="1348725" cy="2227283"/>
            <a:chOff x="844774" y="1956482"/>
            <a:chExt cx="1564200" cy="2583118"/>
          </a:xfrm>
        </p:grpSpPr>
        <p:sp>
          <p:nvSpPr>
            <p:cNvPr id="7" name="Google Shape;487;p25">
              <a:extLst>
                <a:ext uri="{FF2B5EF4-FFF2-40B4-BE49-F238E27FC236}">
                  <a16:creationId xmlns:a16="http://schemas.microsoft.com/office/drawing/2014/main" id="{00919EFC-376B-E961-DD9B-41EF99A5B78C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8" name="Google Shape;488;p25">
              <a:extLst>
                <a:ext uri="{FF2B5EF4-FFF2-40B4-BE49-F238E27FC236}">
                  <a16:creationId xmlns:a16="http://schemas.microsoft.com/office/drawing/2014/main" id="{B6384C65-3761-60C8-8558-E69F2043BC56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" name="Google Shape;494;p25">
            <a:extLst>
              <a:ext uri="{FF2B5EF4-FFF2-40B4-BE49-F238E27FC236}">
                <a16:creationId xmlns:a16="http://schemas.microsoft.com/office/drawing/2014/main" id="{30843C89-15A7-F34F-C820-893B18612C6B}"/>
              </a:ext>
            </a:extLst>
          </p:cNvPr>
          <p:cNvGrpSpPr/>
          <p:nvPr/>
        </p:nvGrpSpPr>
        <p:grpSpPr>
          <a:xfrm>
            <a:off x="2145338" y="1615535"/>
            <a:ext cx="1572610" cy="2680420"/>
            <a:chOff x="4754850" y="1600325"/>
            <a:chExt cx="3772191" cy="3108650"/>
          </a:xfrm>
        </p:grpSpPr>
        <p:sp>
          <p:nvSpPr>
            <p:cNvPr id="15" name="Google Shape;495;p25">
              <a:extLst>
                <a:ext uri="{FF2B5EF4-FFF2-40B4-BE49-F238E27FC236}">
                  <a16:creationId xmlns:a16="http://schemas.microsoft.com/office/drawing/2014/main" id="{F0531E23-E72F-9D25-50D0-4D23B9CB84D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96;p25">
              <a:extLst>
                <a:ext uri="{FF2B5EF4-FFF2-40B4-BE49-F238E27FC236}">
                  <a16:creationId xmlns:a16="http://schemas.microsoft.com/office/drawing/2014/main" id="{9E9013E9-AFC2-A9FF-F955-5EAD1C3ED9B0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" name="Google Shape;497;p25">
              <a:extLst>
                <a:ext uri="{FF2B5EF4-FFF2-40B4-BE49-F238E27FC236}">
                  <a16:creationId xmlns:a16="http://schemas.microsoft.com/office/drawing/2014/main" id="{F33C5A9D-C8B7-BA15-AC5A-107239B73487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8" name="Google Shape;498;p25">
            <a:extLst>
              <a:ext uri="{FF2B5EF4-FFF2-40B4-BE49-F238E27FC236}">
                <a16:creationId xmlns:a16="http://schemas.microsoft.com/office/drawing/2014/main" id="{45807CC2-FEB3-EC8D-E07F-8219DBE57646}"/>
              </a:ext>
            </a:extLst>
          </p:cNvPr>
          <p:cNvGrpSpPr/>
          <p:nvPr/>
        </p:nvGrpSpPr>
        <p:grpSpPr>
          <a:xfrm>
            <a:off x="2200048" y="2016662"/>
            <a:ext cx="1431292" cy="2210519"/>
            <a:chOff x="2757151" y="1975925"/>
            <a:chExt cx="1659958" cy="2563675"/>
          </a:xfrm>
        </p:grpSpPr>
        <p:sp>
          <p:nvSpPr>
            <p:cNvPr id="19" name="Google Shape;499;p25">
              <a:extLst>
                <a:ext uri="{FF2B5EF4-FFF2-40B4-BE49-F238E27FC236}">
                  <a16:creationId xmlns:a16="http://schemas.microsoft.com/office/drawing/2014/main" id="{0ED3323A-18BF-7097-79B6-99CCBA9CC455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0" name="Google Shape;500;p25">
              <a:extLst>
                <a:ext uri="{FF2B5EF4-FFF2-40B4-BE49-F238E27FC236}">
                  <a16:creationId xmlns:a16="http://schemas.microsoft.com/office/drawing/2014/main" id="{1AECFC69-92AE-0697-6F4F-D0F3AD97FBA3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2" name="Google Shape;502;p25">
            <a:extLst>
              <a:ext uri="{FF2B5EF4-FFF2-40B4-BE49-F238E27FC236}">
                <a16:creationId xmlns:a16="http://schemas.microsoft.com/office/drawing/2014/main" id="{E2873005-9009-DF4C-5BB0-35EDDA1ECD06}"/>
              </a:ext>
            </a:extLst>
          </p:cNvPr>
          <p:cNvGrpSpPr/>
          <p:nvPr/>
        </p:nvGrpSpPr>
        <p:grpSpPr>
          <a:xfrm>
            <a:off x="3846174" y="1615535"/>
            <a:ext cx="1572610" cy="2680420"/>
            <a:chOff x="4754850" y="1600325"/>
            <a:chExt cx="3772191" cy="3108650"/>
          </a:xfrm>
        </p:grpSpPr>
        <p:sp>
          <p:nvSpPr>
            <p:cNvPr id="23" name="Google Shape;503;p25">
              <a:extLst>
                <a:ext uri="{FF2B5EF4-FFF2-40B4-BE49-F238E27FC236}">
                  <a16:creationId xmlns:a16="http://schemas.microsoft.com/office/drawing/2014/main" id="{BD10D9AC-5087-A409-D042-5CA4743671A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04;p25">
              <a:extLst>
                <a:ext uri="{FF2B5EF4-FFF2-40B4-BE49-F238E27FC236}">
                  <a16:creationId xmlns:a16="http://schemas.microsoft.com/office/drawing/2014/main" id="{DA934CB6-0D95-B444-E2E0-38664C150E18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" name="Google Shape;505;p25">
              <a:extLst>
                <a:ext uri="{FF2B5EF4-FFF2-40B4-BE49-F238E27FC236}">
                  <a16:creationId xmlns:a16="http://schemas.microsoft.com/office/drawing/2014/main" id="{1002C264-1078-B468-714A-1CEF55F292B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6" name="Google Shape;506;p25">
            <a:extLst>
              <a:ext uri="{FF2B5EF4-FFF2-40B4-BE49-F238E27FC236}">
                <a16:creationId xmlns:a16="http://schemas.microsoft.com/office/drawing/2014/main" id="{6BEE0CE2-7A37-1171-757C-2C7D336C251F}"/>
              </a:ext>
            </a:extLst>
          </p:cNvPr>
          <p:cNvGrpSpPr/>
          <p:nvPr/>
        </p:nvGrpSpPr>
        <p:grpSpPr>
          <a:xfrm>
            <a:off x="3909760" y="2016691"/>
            <a:ext cx="1446721" cy="2210493"/>
            <a:chOff x="4729264" y="1975954"/>
            <a:chExt cx="1677852" cy="2563646"/>
          </a:xfrm>
        </p:grpSpPr>
        <p:sp>
          <p:nvSpPr>
            <p:cNvPr id="27" name="Google Shape;507;p25">
              <a:extLst>
                <a:ext uri="{FF2B5EF4-FFF2-40B4-BE49-F238E27FC236}">
                  <a16:creationId xmlns:a16="http://schemas.microsoft.com/office/drawing/2014/main" id="{71E2138B-94E6-0745-27A2-FA1251A868B2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8" name="Google Shape;508;p25">
              <a:extLst>
                <a:ext uri="{FF2B5EF4-FFF2-40B4-BE49-F238E27FC236}">
                  <a16:creationId xmlns:a16="http://schemas.microsoft.com/office/drawing/2014/main" id="{75379DA5-029C-D4AB-C726-068161E828CD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0" name="Google Shape;510;p25">
            <a:extLst>
              <a:ext uri="{FF2B5EF4-FFF2-40B4-BE49-F238E27FC236}">
                <a16:creationId xmlns:a16="http://schemas.microsoft.com/office/drawing/2014/main" id="{17AF1259-BE43-E897-885F-B66EC371A40A}"/>
              </a:ext>
            </a:extLst>
          </p:cNvPr>
          <p:cNvGrpSpPr/>
          <p:nvPr/>
        </p:nvGrpSpPr>
        <p:grpSpPr>
          <a:xfrm>
            <a:off x="5521611" y="1600295"/>
            <a:ext cx="1572610" cy="2680420"/>
            <a:chOff x="4754850" y="1600325"/>
            <a:chExt cx="3772191" cy="3108650"/>
          </a:xfrm>
        </p:grpSpPr>
        <p:sp>
          <p:nvSpPr>
            <p:cNvPr id="31" name="Google Shape;511;p25">
              <a:extLst>
                <a:ext uri="{FF2B5EF4-FFF2-40B4-BE49-F238E27FC236}">
                  <a16:creationId xmlns:a16="http://schemas.microsoft.com/office/drawing/2014/main" id="{99AD6A3E-107C-1F6A-3633-EFE6C90FE7E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12;p25">
              <a:extLst>
                <a:ext uri="{FF2B5EF4-FFF2-40B4-BE49-F238E27FC236}">
                  <a16:creationId xmlns:a16="http://schemas.microsoft.com/office/drawing/2014/main" id="{AF249CBA-6C50-EDF8-98BA-68F9E5D41761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3" name="Google Shape;513;p25">
              <a:extLst>
                <a:ext uri="{FF2B5EF4-FFF2-40B4-BE49-F238E27FC236}">
                  <a16:creationId xmlns:a16="http://schemas.microsoft.com/office/drawing/2014/main" id="{D7186F7A-A429-13FF-924B-69475661B6A4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" name="Google Shape;514;p25">
            <a:extLst>
              <a:ext uri="{FF2B5EF4-FFF2-40B4-BE49-F238E27FC236}">
                <a16:creationId xmlns:a16="http://schemas.microsoft.com/office/drawing/2014/main" id="{F30E1C7D-B6E6-F892-3131-F98C70ED6A7A}"/>
              </a:ext>
            </a:extLst>
          </p:cNvPr>
          <p:cNvGrpSpPr/>
          <p:nvPr/>
        </p:nvGrpSpPr>
        <p:grpSpPr>
          <a:xfrm>
            <a:off x="5615672" y="2008361"/>
            <a:ext cx="1348725" cy="2203580"/>
            <a:chOff x="6724524" y="1983973"/>
            <a:chExt cx="1564200" cy="2555627"/>
          </a:xfrm>
        </p:grpSpPr>
        <p:sp>
          <p:nvSpPr>
            <p:cNvPr id="35" name="Google Shape;515;p25">
              <a:extLst>
                <a:ext uri="{FF2B5EF4-FFF2-40B4-BE49-F238E27FC236}">
                  <a16:creationId xmlns:a16="http://schemas.microsoft.com/office/drawing/2014/main" id="{A5E7FB9B-B7BE-12EC-8B19-AF2E38D2121C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6" name="Google Shape;516;p25">
              <a:extLst>
                <a:ext uri="{FF2B5EF4-FFF2-40B4-BE49-F238E27FC236}">
                  <a16:creationId xmlns:a16="http://schemas.microsoft.com/office/drawing/2014/main" id="{8282DE02-52FE-65E4-E54E-9F9AF2AF3B96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8" name="Google Shape;518;p25">
            <a:extLst>
              <a:ext uri="{FF2B5EF4-FFF2-40B4-BE49-F238E27FC236}">
                <a16:creationId xmlns:a16="http://schemas.microsoft.com/office/drawing/2014/main" id="{2A1949B2-8CD4-D25A-DD9E-3F66A752A65C}"/>
              </a:ext>
            </a:extLst>
          </p:cNvPr>
          <p:cNvGrpSpPr/>
          <p:nvPr/>
        </p:nvGrpSpPr>
        <p:grpSpPr>
          <a:xfrm>
            <a:off x="983436" y="1472932"/>
            <a:ext cx="433537" cy="433537"/>
            <a:chOff x="1627550" y="2017350"/>
            <a:chExt cx="502800" cy="502800"/>
          </a:xfrm>
        </p:grpSpPr>
        <p:sp>
          <p:nvSpPr>
            <p:cNvPr id="39" name="Google Shape;519;p25">
              <a:extLst>
                <a:ext uri="{FF2B5EF4-FFF2-40B4-BE49-F238E27FC236}">
                  <a16:creationId xmlns:a16="http://schemas.microsoft.com/office/drawing/2014/main" id="{8A3C68DD-60DB-20A4-B8C4-1AB9D3B338DB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520;p25">
              <a:extLst>
                <a:ext uri="{FF2B5EF4-FFF2-40B4-BE49-F238E27FC236}">
                  <a16:creationId xmlns:a16="http://schemas.microsoft.com/office/drawing/2014/main" id="{6C7B3833-FDB4-0AE7-F743-39F4C637C997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521;p25">
            <a:extLst>
              <a:ext uri="{FF2B5EF4-FFF2-40B4-BE49-F238E27FC236}">
                <a16:creationId xmlns:a16="http://schemas.microsoft.com/office/drawing/2014/main" id="{119764C4-B6C1-7819-22E8-54047423FA0A}"/>
              </a:ext>
            </a:extLst>
          </p:cNvPr>
          <p:cNvGrpSpPr/>
          <p:nvPr/>
        </p:nvGrpSpPr>
        <p:grpSpPr>
          <a:xfrm>
            <a:off x="6075786" y="1431424"/>
            <a:ext cx="433537" cy="433537"/>
            <a:chOff x="7014301" y="2017350"/>
            <a:chExt cx="502800" cy="502800"/>
          </a:xfrm>
        </p:grpSpPr>
        <p:sp>
          <p:nvSpPr>
            <p:cNvPr id="42" name="Google Shape;522;p25">
              <a:extLst>
                <a:ext uri="{FF2B5EF4-FFF2-40B4-BE49-F238E27FC236}">
                  <a16:creationId xmlns:a16="http://schemas.microsoft.com/office/drawing/2014/main" id="{ABBC88C0-A1AA-BBF9-7AB5-1F89B1D6D43E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23;p25">
              <a:extLst>
                <a:ext uri="{FF2B5EF4-FFF2-40B4-BE49-F238E27FC236}">
                  <a16:creationId xmlns:a16="http://schemas.microsoft.com/office/drawing/2014/main" id="{715A2C48-4262-3F1B-945A-37C27F10FEF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525;p25">
            <a:extLst>
              <a:ext uri="{FF2B5EF4-FFF2-40B4-BE49-F238E27FC236}">
                <a16:creationId xmlns:a16="http://schemas.microsoft.com/office/drawing/2014/main" id="{022E7463-191C-C70B-B260-156E7D1A57B5}"/>
              </a:ext>
            </a:extLst>
          </p:cNvPr>
          <p:cNvSpPr/>
          <p:nvPr/>
        </p:nvSpPr>
        <p:spPr>
          <a:xfrm>
            <a:off x="4397789" y="1472846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510;p25">
            <a:extLst>
              <a:ext uri="{FF2B5EF4-FFF2-40B4-BE49-F238E27FC236}">
                <a16:creationId xmlns:a16="http://schemas.microsoft.com/office/drawing/2014/main" id="{33300481-C4BA-5652-F9BD-24D48BC7A977}"/>
              </a:ext>
            </a:extLst>
          </p:cNvPr>
          <p:cNvGrpSpPr/>
          <p:nvPr/>
        </p:nvGrpSpPr>
        <p:grpSpPr>
          <a:xfrm>
            <a:off x="7182771" y="1204055"/>
            <a:ext cx="1572610" cy="2680420"/>
            <a:chOff x="4754850" y="1600325"/>
            <a:chExt cx="3772191" cy="3108650"/>
          </a:xfrm>
        </p:grpSpPr>
        <p:sp>
          <p:nvSpPr>
            <p:cNvPr id="48" name="Google Shape;511;p25">
              <a:extLst>
                <a:ext uri="{FF2B5EF4-FFF2-40B4-BE49-F238E27FC236}">
                  <a16:creationId xmlns:a16="http://schemas.microsoft.com/office/drawing/2014/main" id="{284386DD-1359-C264-4663-99B7590CAEA6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12;p25">
              <a:extLst>
                <a:ext uri="{FF2B5EF4-FFF2-40B4-BE49-F238E27FC236}">
                  <a16:creationId xmlns:a16="http://schemas.microsoft.com/office/drawing/2014/main" id="{BD8F8D25-D75B-A5B8-126F-445B9EBD1C80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" name="Google Shape;513;p25">
              <a:extLst>
                <a:ext uri="{FF2B5EF4-FFF2-40B4-BE49-F238E27FC236}">
                  <a16:creationId xmlns:a16="http://schemas.microsoft.com/office/drawing/2014/main" id="{9802CBBF-2260-5FE3-72DB-1E46130B52D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" name="Google Shape;514;p25">
            <a:extLst>
              <a:ext uri="{FF2B5EF4-FFF2-40B4-BE49-F238E27FC236}">
                <a16:creationId xmlns:a16="http://schemas.microsoft.com/office/drawing/2014/main" id="{99A59908-AD4E-5A7C-FF9F-16644284CBCF}"/>
              </a:ext>
            </a:extLst>
          </p:cNvPr>
          <p:cNvGrpSpPr/>
          <p:nvPr/>
        </p:nvGrpSpPr>
        <p:grpSpPr>
          <a:xfrm>
            <a:off x="7190272" y="1592397"/>
            <a:ext cx="1532498" cy="2223301"/>
            <a:chOff x="6628231" y="1961100"/>
            <a:chExt cx="1777333" cy="2578500"/>
          </a:xfrm>
        </p:grpSpPr>
        <p:sp>
          <p:nvSpPr>
            <p:cNvPr id="52" name="Google Shape;515;p25">
              <a:extLst>
                <a:ext uri="{FF2B5EF4-FFF2-40B4-BE49-F238E27FC236}">
                  <a16:creationId xmlns:a16="http://schemas.microsoft.com/office/drawing/2014/main" id="{2E70FCBD-025A-BAB5-A2C8-2D615E590655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53" name="Google Shape;516;p25">
              <a:extLst>
                <a:ext uri="{FF2B5EF4-FFF2-40B4-BE49-F238E27FC236}">
                  <a16:creationId xmlns:a16="http://schemas.microsoft.com/office/drawing/2014/main" id="{1608E889-DFF0-865A-18A2-8CB4968BA432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55" name="Google Shape;524;p25">
            <a:extLst>
              <a:ext uri="{FF2B5EF4-FFF2-40B4-BE49-F238E27FC236}">
                <a16:creationId xmlns:a16="http://schemas.microsoft.com/office/drawing/2014/main" id="{DC40FF47-91FC-E1BB-EE8E-8738DD4BAADC}"/>
              </a:ext>
            </a:extLst>
          </p:cNvPr>
          <p:cNvGrpSpPr/>
          <p:nvPr/>
        </p:nvGrpSpPr>
        <p:grpSpPr>
          <a:xfrm>
            <a:off x="7772648" y="1043499"/>
            <a:ext cx="433623" cy="433623"/>
            <a:chOff x="858700" y="1967475"/>
            <a:chExt cx="605100" cy="605100"/>
          </a:xfrm>
        </p:grpSpPr>
        <p:sp>
          <p:nvSpPr>
            <p:cNvPr id="56" name="Google Shape;525;p25">
              <a:extLst>
                <a:ext uri="{FF2B5EF4-FFF2-40B4-BE49-F238E27FC236}">
                  <a16:creationId xmlns:a16="http://schemas.microsoft.com/office/drawing/2014/main" id="{00D56DC3-A2AF-5CA5-7E29-BC45FDADE9F2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26;p25">
              <a:extLst>
                <a:ext uri="{FF2B5EF4-FFF2-40B4-BE49-F238E27FC236}">
                  <a16:creationId xmlns:a16="http://schemas.microsoft.com/office/drawing/2014/main" id="{05EA9030-27CA-56C8-65FD-099EB84E6A44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9" name="Graphic 58" descr="Pencil with solid fill">
            <a:extLst>
              <a:ext uri="{FF2B5EF4-FFF2-40B4-BE49-F238E27FC236}">
                <a16:creationId xmlns:a16="http://schemas.microsoft.com/office/drawing/2014/main" id="{A8A35EB3-FA31-770F-5C98-15D277AAD4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1498241"/>
            <a:ext cx="356951" cy="35695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6C14357-D69C-B4E9-57EB-026247F9B7CE}"/>
              </a:ext>
            </a:extLst>
          </p:cNvPr>
          <p:cNvGrpSpPr/>
          <p:nvPr/>
        </p:nvGrpSpPr>
        <p:grpSpPr>
          <a:xfrm>
            <a:off x="2692694" y="1475015"/>
            <a:ext cx="444980" cy="446767"/>
            <a:chOff x="2692694" y="1475015"/>
            <a:chExt cx="444980" cy="446767"/>
          </a:xfrm>
        </p:grpSpPr>
        <p:sp>
          <p:nvSpPr>
            <p:cNvPr id="11" name="Google Shape;491;p25">
              <a:extLst>
                <a:ext uri="{FF2B5EF4-FFF2-40B4-BE49-F238E27FC236}">
                  <a16:creationId xmlns:a16="http://schemas.microsoft.com/office/drawing/2014/main" id="{F7F905E3-814B-C4F5-F225-EBCE696533B4}"/>
                </a:ext>
              </a:extLst>
            </p:cNvPr>
            <p:cNvSpPr/>
            <p:nvPr/>
          </p:nvSpPr>
          <p:spPr>
            <a:xfrm>
              <a:off x="2697771" y="147501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" name="Graphic 60" descr="Single gear with solid fill">
              <a:extLst>
                <a:ext uri="{FF2B5EF4-FFF2-40B4-BE49-F238E27FC236}">
                  <a16:creationId xmlns:a16="http://schemas.microsoft.com/office/drawing/2014/main" id="{629B7E65-04FA-1F2D-9501-186CCDE0F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476802"/>
              <a:ext cx="444980" cy="44498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5783DFE-65F6-9B6E-866D-EFB880DEF4EA}"/>
              </a:ext>
            </a:extLst>
          </p:cNvPr>
          <p:cNvSpPr txBox="1"/>
          <p:nvPr/>
        </p:nvSpPr>
        <p:spPr>
          <a:xfrm>
            <a:off x="647633" y="2653333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2DBDE3-11A9-84B3-D1BA-C3A8FC46CF39}"/>
              </a:ext>
            </a:extLst>
          </p:cNvPr>
          <p:cNvSpPr txBox="1"/>
          <p:nvPr/>
        </p:nvSpPr>
        <p:spPr>
          <a:xfrm>
            <a:off x="2235766" y="2638363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BB99E45C-7EDC-39D3-9B0B-D4BD75FDB774}"/>
              </a:ext>
            </a:extLst>
          </p:cNvPr>
          <p:cNvSpPr txBox="1"/>
          <p:nvPr/>
        </p:nvSpPr>
        <p:spPr>
          <a:xfrm>
            <a:off x="3985622" y="2635794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599B03C-5B02-AF4A-5905-305659969185}"/>
              </a:ext>
            </a:extLst>
          </p:cNvPr>
          <p:cNvSpPr txBox="1"/>
          <p:nvPr/>
        </p:nvSpPr>
        <p:spPr>
          <a:xfrm>
            <a:off x="5615529" y="2614507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2AAEC9D-9CFE-A612-6EE3-2EF3D9C1D797}"/>
              </a:ext>
            </a:extLst>
          </p:cNvPr>
          <p:cNvSpPr txBox="1"/>
          <p:nvPr/>
        </p:nvSpPr>
        <p:spPr>
          <a:xfrm>
            <a:off x="7284111" y="2291702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17387869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5C3DE135-70B9-CFF5-A5EF-493AC3D6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87;p25">
            <a:extLst>
              <a:ext uri="{FF2B5EF4-FFF2-40B4-BE49-F238E27FC236}">
                <a16:creationId xmlns:a16="http://schemas.microsoft.com/office/drawing/2014/main" id="{1EDB2549-13EF-2DA8-108F-405E66375BEA}"/>
              </a:ext>
            </a:extLst>
          </p:cNvPr>
          <p:cNvSpPr txBox="1"/>
          <p:nvPr/>
        </p:nvSpPr>
        <p:spPr>
          <a:xfrm>
            <a:off x="893131" y="895413"/>
            <a:ext cx="2738209" cy="47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Rubik Black"/>
                <a:ea typeface="Rubik Black"/>
                <a:cs typeface="Rubik Black"/>
                <a:sym typeface="Rubik Black"/>
              </a:rPr>
              <a:t>Conclusion</a:t>
            </a:r>
            <a:endParaRPr sz="3200">
              <a:solidFill>
                <a:srgbClr val="000000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grpSp>
        <p:nvGrpSpPr>
          <p:cNvPr id="4" name="Google Shape;482;p25">
            <a:extLst>
              <a:ext uri="{FF2B5EF4-FFF2-40B4-BE49-F238E27FC236}">
                <a16:creationId xmlns:a16="http://schemas.microsoft.com/office/drawing/2014/main" id="{F6B58B83-6C3E-4A4D-69B7-FDC8412AAD9D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5" name="Google Shape;483;p25">
              <a:extLst>
                <a:ext uri="{FF2B5EF4-FFF2-40B4-BE49-F238E27FC236}">
                  <a16:creationId xmlns:a16="http://schemas.microsoft.com/office/drawing/2014/main" id="{9FCB7EC3-C181-4440-A283-28853A57038E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84;p25">
              <a:extLst>
                <a:ext uri="{FF2B5EF4-FFF2-40B4-BE49-F238E27FC236}">
                  <a16:creationId xmlns:a16="http://schemas.microsoft.com/office/drawing/2014/main" id="{C9CDA507-F78E-1917-B50B-35BB8660BDF6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" name="Google Shape;485;p25">
              <a:extLst>
                <a:ext uri="{FF2B5EF4-FFF2-40B4-BE49-F238E27FC236}">
                  <a16:creationId xmlns:a16="http://schemas.microsoft.com/office/drawing/2014/main" id="{B3ED846F-26E6-BCDC-EF21-4BB0C1E80648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" name="Google Shape;486;p25">
            <a:extLst>
              <a:ext uri="{FF2B5EF4-FFF2-40B4-BE49-F238E27FC236}">
                <a16:creationId xmlns:a16="http://schemas.microsoft.com/office/drawing/2014/main" id="{8B470099-D3E4-40D2-A558-9F695D4FA522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10" name="Google Shape;487;p25">
              <a:extLst>
                <a:ext uri="{FF2B5EF4-FFF2-40B4-BE49-F238E27FC236}">
                  <a16:creationId xmlns:a16="http://schemas.microsoft.com/office/drawing/2014/main" id="{50A7D304-FAAB-0398-585B-837570B877BE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1" name="Google Shape;488;p25">
              <a:extLst>
                <a:ext uri="{FF2B5EF4-FFF2-40B4-BE49-F238E27FC236}">
                  <a16:creationId xmlns:a16="http://schemas.microsoft.com/office/drawing/2014/main" id="{8E5553F9-51ED-A0FA-3352-8A9B859B325F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2" name="Google Shape;494;p25">
            <a:extLst>
              <a:ext uri="{FF2B5EF4-FFF2-40B4-BE49-F238E27FC236}">
                <a16:creationId xmlns:a16="http://schemas.microsoft.com/office/drawing/2014/main" id="{C822C841-1B63-2EC5-E506-004FBEDE9542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4" name="Google Shape;495;p25">
              <a:extLst>
                <a:ext uri="{FF2B5EF4-FFF2-40B4-BE49-F238E27FC236}">
                  <a16:creationId xmlns:a16="http://schemas.microsoft.com/office/drawing/2014/main" id="{F3AD8FAE-AFC8-9978-9466-17D6B113A509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96;p25">
              <a:extLst>
                <a:ext uri="{FF2B5EF4-FFF2-40B4-BE49-F238E27FC236}">
                  <a16:creationId xmlns:a16="http://schemas.microsoft.com/office/drawing/2014/main" id="{FAC813AE-23AE-DAF8-0AD6-93BF25FE7DAF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" name="Google Shape;497;p25">
              <a:extLst>
                <a:ext uri="{FF2B5EF4-FFF2-40B4-BE49-F238E27FC236}">
                  <a16:creationId xmlns:a16="http://schemas.microsoft.com/office/drawing/2014/main" id="{12CFDC62-5A18-171A-36A3-103E4EBD7D2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" name="Google Shape;498;p25">
            <a:extLst>
              <a:ext uri="{FF2B5EF4-FFF2-40B4-BE49-F238E27FC236}">
                <a16:creationId xmlns:a16="http://schemas.microsoft.com/office/drawing/2014/main" id="{CA816FA1-C972-EAB5-502F-B77E4957594B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8" name="Google Shape;499;p25">
              <a:extLst>
                <a:ext uri="{FF2B5EF4-FFF2-40B4-BE49-F238E27FC236}">
                  <a16:creationId xmlns:a16="http://schemas.microsoft.com/office/drawing/2014/main" id="{8D7BB1EA-AE31-0656-3162-8C110D1499A2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9" name="Google Shape;500;p25">
              <a:extLst>
                <a:ext uri="{FF2B5EF4-FFF2-40B4-BE49-F238E27FC236}">
                  <a16:creationId xmlns:a16="http://schemas.microsoft.com/office/drawing/2014/main" id="{E7F8A70D-4DF4-52A7-F150-A848BACB58DE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0" name="Google Shape;502;p25">
            <a:extLst>
              <a:ext uri="{FF2B5EF4-FFF2-40B4-BE49-F238E27FC236}">
                <a16:creationId xmlns:a16="http://schemas.microsoft.com/office/drawing/2014/main" id="{C8E0B011-E515-8665-2437-1A807BF4016C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21" name="Google Shape;503;p25">
              <a:extLst>
                <a:ext uri="{FF2B5EF4-FFF2-40B4-BE49-F238E27FC236}">
                  <a16:creationId xmlns:a16="http://schemas.microsoft.com/office/drawing/2014/main" id="{A0222424-47C8-CD7C-C60D-13C273F3F1F9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04;p25">
              <a:extLst>
                <a:ext uri="{FF2B5EF4-FFF2-40B4-BE49-F238E27FC236}">
                  <a16:creationId xmlns:a16="http://schemas.microsoft.com/office/drawing/2014/main" id="{BFBF1FB2-CEBB-8698-B65A-1C864FFD6740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" name="Google Shape;505;p25">
              <a:extLst>
                <a:ext uri="{FF2B5EF4-FFF2-40B4-BE49-F238E27FC236}">
                  <a16:creationId xmlns:a16="http://schemas.microsoft.com/office/drawing/2014/main" id="{7AC453D0-B332-E3FA-285B-09AC86456F9F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" name="Google Shape;506;p25">
            <a:extLst>
              <a:ext uri="{FF2B5EF4-FFF2-40B4-BE49-F238E27FC236}">
                <a16:creationId xmlns:a16="http://schemas.microsoft.com/office/drawing/2014/main" id="{1A1B5C26-A6A1-5FD4-CFC7-DAFE4B0BCB12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25" name="Google Shape;507;p25">
              <a:extLst>
                <a:ext uri="{FF2B5EF4-FFF2-40B4-BE49-F238E27FC236}">
                  <a16:creationId xmlns:a16="http://schemas.microsoft.com/office/drawing/2014/main" id="{8586A5B7-E848-9631-8C09-E7119FD9F437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26" name="Google Shape;508;p25">
              <a:extLst>
                <a:ext uri="{FF2B5EF4-FFF2-40B4-BE49-F238E27FC236}">
                  <a16:creationId xmlns:a16="http://schemas.microsoft.com/office/drawing/2014/main" id="{4F1E7A9B-357E-B54A-35E9-A43476A6F10F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27" name="Google Shape;510;p25">
            <a:extLst>
              <a:ext uri="{FF2B5EF4-FFF2-40B4-BE49-F238E27FC236}">
                <a16:creationId xmlns:a16="http://schemas.microsoft.com/office/drawing/2014/main" id="{0047D96C-CC3E-28F9-0474-F65FF278FF65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28" name="Google Shape;511;p25">
              <a:extLst>
                <a:ext uri="{FF2B5EF4-FFF2-40B4-BE49-F238E27FC236}">
                  <a16:creationId xmlns:a16="http://schemas.microsoft.com/office/drawing/2014/main" id="{B23353FC-7C1A-FC74-3BBE-F9249A9B63F3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12;p25">
              <a:extLst>
                <a:ext uri="{FF2B5EF4-FFF2-40B4-BE49-F238E27FC236}">
                  <a16:creationId xmlns:a16="http://schemas.microsoft.com/office/drawing/2014/main" id="{A0C97A58-2199-620B-1E94-1A92B06A21A3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0" name="Google Shape;513;p25">
              <a:extLst>
                <a:ext uri="{FF2B5EF4-FFF2-40B4-BE49-F238E27FC236}">
                  <a16:creationId xmlns:a16="http://schemas.microsoft.com/office/drawing/2014/main" id="{4986BBBF-A139-A825-9D67-551FB487ED11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" name="Google Shape;514;p25">
            <a:extLst>
              <a:ext uri="{FF2B5EF4-FFF2-40B4-BE49-F238E27FC236}">
                <a16:creationId xmlns:a16="http://schemas.microsoft.com/office/drawing/2014/main" id="{0BFC3D78-1296-4FA9-9F0C-6416AD49F786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32" name="Google Shape;515;p25">
              <a:extLst>
                <a:ext uri="{FF2B5EF4-FFF2-40B4-BE49-F238E27FC236}">
                  <a16:creationId xmlns:a16="http://schemas.microsoft.com/office/drawing/2014/main" id="{C909FC7F-07F8-E107-16BF-C7C6264AA3BB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33" name="Google Shape;516;p25">
              <a:extLst>
                <a:ext uri="{FF2B5EF4-FFF2-40B4-BE49-F238E27FC236}">
                  <a16:creationId xmlns:a16="http://schemas.microsoft.com/office/drawing/2014/main" id="{1B1F29BB-ECB3-9B04-43FE-DBF21A6B2F50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34" name="Google Shape;518;p25">
            <a:extLst>
              <a:ext uri="{FF2B5EF4-FFF2-40B4-BE49-F238E27FC236}">
                <a16:creationId xmlns:a16="http://schemas.microsoft.com/office/drawing/2014/main" id="{6580BCA6-2136-576D-9221-F5D7562AD93E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35" name="Google Shape;519;p25">
              <a:extLst>
                <a:ext uri="{FF2B5EF4-FFF2-40B4-BE49-F238E27FC236}">
                  <a16:creationId xmlns:a16="http://schemas.microsoft.com/office/drawing/2014/main" id="{60A11DEA-A85B-B70F-E610-C4CFC1B1B1F4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20;p25">
              <a:extLst>
                <a:ext uri="{FF2B5EF4-FFF2-40B4-BE49-F238E27FC236}">
                  <a16:creationId xmlns:a16="http://schemas.microsoft.com/office/drawing/2014/main" id="{D47E2EE8-B6E6-1CA1-992B-FEECE08713AB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521;p25">
            <a:extLst>
              <a:ext uri="{FF2B5EF4-FFF2-40B4-BE49-F238E27FC236}">
                <a16:creationId xmlns:a16="http://schemas.microsoft.com/office/drawing/2014/main" id="{D22F17C1-0F9B-6A13-8A8B-AC714C89AE1B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38" name="Google Shape;522;p25">
              <a:extLst>
                <a:ext uri="{FF2B5EF4-FFF2-40B4-BE49-F238E27FC236}">
                  <a16:creationId xmlns:a16="http://schemas.microsoft.com/office/drawing/2014/main" id="{E76BF83D-AA3F-CDCC-3759-46952083EAA1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523;p25">
              <a:extLst>
                <a:ext uri="{FF2B5EF4-FFF2-40B4-BE49-F238E27FC236}">
                  <a16:creationId xmlns:a16="http://schemas.microsoft.com/office/drawing/2014/main" id="{91D39C3E-9F1C-AC88-B073-CCBBDCE6663B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525;p25">
            <a:extLst>
              <a:ext uri="{FF2B5EF4-FFF2-40B4-BE49-F238E27FC236}">
                <a16:creationId xmlns:a16="http://schemas.microsoft.com/office/drawing/2014/main" id="{23CC9777-ADA4-C611-2EFB-E5312C7A7041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510;p25">
            <a:extLst>
              <a:ext uri="{FF2B5EF4-FFF2-40B4-BE49-F238E27FC236}">
                <a16:creationId xmlns:a16="http://schemas.microsoft.com/office/drawing/2014/main" id="{2763E2C6-D3A4-7649-EEB8-E68778F854C0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42" name="Google Shape;511;p25">
              <a:extLst>
                <a:ext uri="{FF2B5EF4-FFF2-40B4-BE49-F238E27FC236}">
                  <a16:creationId xmlns:a16="http://schemas.microsoft.com/office/drawing/2014/main" id="{AB83E1E7-9C4F-BFFE-F5E2-84A86EB25DE7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512;p25">
              <a:extLst>
                <a:ext uri="{FF2B5EF4-FFF2-40B4-BE49-F238E27FC236}">
                  <a16:creationId xmlns:a16="http://schemas.microsoft.com/office/drawing/2014/main" id="{4074E8E8-0D1A-097C-4ED7-C17A6E536C8F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" name="Google Shape;513;p25">
              <a:extLst>
                <a:ext uri="{FF2B5EF4-FFF2-40B4-BE49-F238E27FC236}">
                  <a16:creationId xmlns:a16="http://schemas.microsoft.com/office/drawing/2014/main" id="{073CD0B8-6982-38FF-DA38-6836656DF7DE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" name="Google Shape;514;p25">
            <a:extLst>
              <a:ext uri="{FF2B5EF4-FFF2-40B4-BE49-F238E27FC236}">
                <a16:creationId xmlns:a16="http://schemas.microsoft.com/office/drawing/2014/main" id="{D6BF54A8-2906-9F26-0B46-0F8A95C49C4E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46" name="Google Shape;515;p25">
              <a:extLst>
                <a:ext uri="{FF2B5EF4-FFF2-40B4-BE49-F238E27FC236}">
                  <a16:creationId xmlns:a16="http://schemas.microsoft.com/office/drawing/2014/main" id="{8D67090B-F16A-C19D-852A-C82DB8DA552F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47" name="Google Shape;516;p25">
              <a:extLst>
                <a:ext uri="{FF2B5EF4-FFF2-40B4-BE49-F238E27FC236}">
                  <a16:creationId xmlns:a16="http://schemas.microsoft.com/office/drawing/2014/main" id="{5097703C-ED43-A825-9AD7-38CBB3DF4488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48" name="Google Shape;524;p25">
            <a:extLst>
              <a:ext uri="{FF2B5EF4-FFF2-40B4-BE49-F238E27FC236}">
                <a16:creationId xmlns:a16="http://schemas.microsoft.com/office/drawing/2014/main" id="{5442B296-0990-6F9E-1A59-76AD853A6911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49" name="Google Shape;525;p25">
              <a:extLst>
                <a:ext uri="{FF2B5EF4-FFF2-40B4-BE49-F238E27FC236}">
                  <a16:creationId xmlns:a16="http://schemas.microsoft.com/office/drawing/2014/main" id="{06541FD6-9C72-4274-EAF3-D4F0D1E72884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26;p25">
              <a:extLst>
                <a:ext uri="{FF2B5EF4-FFF2-40B4-BE49-F238E27FC236}">
                  <a16:creationId xmlns:a16="http://schemas.microsoft.com/office/drawing/2014/main" id="{BD146FF3-4EA2-8193-B094-C87A6C122D69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" name="Graphic 50" descr="Pencil with solid fill">
            <a:extLst>
              <a:ext uri="{FF2B5EF4-FFF2-40B4-BE49-F238E27FC236}">
                <a16:creationId xmlns:a16="http://schemas.microsoft.com/office/drawing/2014/main" id="{B57346C3-E30C-8661-FEE2-CEFCCCB5D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0AEBB0D5-C17A-9E96-8F08-2B6CE6ED75B3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53" name="Google Shape;491;p25">
              <a:extLst>
                <a:ext uri="{FF2B5EF4-FFF2-40B4-BE49-F238E27FC236}">
                  <a16:creationId xmlns:a16="http://schemas.microsoft.com/office/drawing/2014/main" id="{0453B140-694C-1DF7-7F37-E5829785E41E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4" name="Graphic 53" descr="Single gear with solid fill">
              <a:extLst>
                <a:ext uri="{FF2B5EF4-FFF2-40B4-BE49-F238E27FC236}">
                  <a16:creationId xmlns:a16="http://schemas.microsoft.com/office/drawing/2014/main" id="{F74E6DB0-DC8A-52A3-AF51-1C53D5A8F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D539D505-8CC6-48F4-D937-C876A13FB755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9011390-0505-EE9F-F125-1BA321EDB753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89C19E-B5E4-3878-2FE2-3A68BF92F9F6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E2548C-C5CE-C488-2015-90880DC81EA2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5623F5-B82A-C55A-0E2F-E52CE7241107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  <p:grpSp>
        <p:nvGrpSpPr>
          <p:cNvPr id="60" name="Google Shape;524;p25">
            <a:extLst>
              <a:ext uri="{FF2B5EF4-FFF2-40B4-BE49-F238E27FC236}">
                <a16:creationId xmlns:a16="http://schemas.microsoft.com/office/drawing/2014/main" id="{FB16F927-C0D3-92F3-B2CB-46FF2469662D}"/>
              </a:ext>
            </a:extLst>
          </p:cNvPr>
          <p:cNvGrpSpPr/>
          <p:nvPr/>
        </p:nvGrpSpPr>
        <p:grpSpPr>
          <a:xfrm>
            <a:off x="475110" y="831377"/>
            <a:ext cx="433623" cy="433623"/>
            <a:chOff x="858700" y="1967475"/>
            <a:chExt cx="605100" cy="605100"/>
          </a:xfrm>
        </p:grpSpPr>
        <p:sp>
          <p:nvSpPr>
            <p:cNvPr id="61" name="Google Shape;525;p25">
              <a:extLst>
                <a:ext uri="{FF2B5EF4-FFF2-40B4-BE49-F238E27FC236}">
                  <a16:creationId xmlns:a16="http://schemas.microsoft.com/office/drawing/2014/main" id="{4278275E-E4E8-8E6F-52A3-510B50651320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526;p25">
              <a:extLst>
                <a:ext uri="{FF2B5EF4-FFF2-40B4-BE49-F238E27FC236}">
                  <a16:creationId xmlns:a16="http://schemas.microsoft.com/office/drawing/2014/main" id="{0933177B-3D58-7AAE-7944-FA0D11082E23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16;p23">
            <a:extLst>
              <a:ext uri="{FF2B5EF4-FFF2-40B4-BE49-F238E27FC236}">
                <a16:creationId xmlns:a16="http://schemas.microsoft.com/office/drawing/2014/main" id="{65EAB5C8-2769-2CE9-0A49-9039632B50AA}"/>
              </a:ext>
            </a:extLst>
          </p:cNvPr>
          <p:cNvSpPr txBox="1"/>
          <p:nvPr/>
        </p:nvSpPr>
        <p:spPr>
          <a:xfrm>
            <a:off x="846638" y="1777767"/>
            <a:ext cx="6850379" cy="2312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17500">
              <a:buSzPts val="1400"/>
              <a:buFont typeface="Karla"/>
              <a:buChar char="●"/>
            </a:pPr>
            <a:r>
              <a:rPr lang="fr-CA">
                <a:latin typeface="Karla"/>
                <a:ea typeface="Karla"/>
                <a:cs typeface="Karla"/>
              </a:rPr>
              <a:t>Ce dont on est fiers</a:t>
            </a:r>
            <a:br>
              <a:rPr lang="fr-CA">
                <a:latin typeface="Karla"/>
                <a:ea typeface="Karla"/>
                <a:cs typeface="Karla"/>
              </a:rPr>
            </a:br>
            <a:endParaRPr lang="fr-CA">
              <a:latin typeface="Karla"/>
              <a:ea typeface="Karla"/>
              <a:cs typeface="Karla"/>
              <a:sym typeface="Karla"/>
            </a:endParaRPr>
          </a:p>
          <a:p>
            <a:pPr marL="457200" indent="-317500">
              <a:buSzPts val="1400"/>
              <a:buFont typeface="Karla"/>
              <a:buChar char="●"/>
            </a:pPr>
            <a:r>
              <a:rPr lang="fr-CA">
                <a:latin typeface="Karla"/>
                <a:ea typeface="Karla"/>
                <a:cs typeface="Karla"/>
              </a:rPr>
              <a:t>Les défis rencontrés</a:t>
            </a:r>
            <a:br>
              <a:rPr lang="fr-CA">
                <a:latin typeface="Karla"/>
                <a:ea typeface="Karla"/>
                <a:cs typeface="Karla"/>
              </a:rPr>
            </a:br>
            <a:endParaRPr lang="fr-CA">
              <a:latin typeface="Karla"/>
              <a:ea typeface="Karla"/>
              <a:cs typeface="Karla"/>
              <a:sym typeface="Karla"/>
            </a:endParaRPr>
          </a:p>
          <a:p>
            <a:pPr marL="457200" indent="-317500">
              <a:buSzPts val="1400"/>
              <a:buFont typeface="Karla"/>
              <a:buChar char="●"/>
            </a:pPr>
            <a:r>
              <a:rPr lang="fr-CA">
                <a:latin typeface="Karla"/>
                <a:ea typeface="Karla"/>
                <a:cs typeface="Karla"/>
                <a:sym typeface="Karla"/>
              </a:rPr>
              <a:t>Ce qu'on aurait fait différemment?</a:t>
            </a:r>
            <a:endParaRPr lang="fr-CA"/>
          </a:p>
          <a:p>
            <a:pPr marL="457200" indent="-317500">
              <a:buSzPts val="1400"/>
              <a:buFont typeface="Karla"/>
              <a:buChar char="●"/>
            </a:pPr>
            <a:endParaRPr lang="fr-CA">
              <a:solidFill>
                <a:schemeClr val="dk1"/>
              </a:solidFill>
              <a:latin typeface="Karla"/>
              <a:ea typeface="Karla"/>
              <a:cs typeface="Karla"/>
            </a:endParaRPr>
          </a:p>
        </p:txBody>
      </p:sp>
    </p:spTree>
    <p:extLst>
      <p:ext uri="{BB962C8B-B14F-4D97-AF65-F5344CB8AC3E}">
        <p14:creationId xmlns:p14="http://schemas.microsoft.com/office/powerpoint/2010/main" val="1159669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570C2A85-4B59-AFAA-1682-5F1CD8DFC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5">
            <a:extLst>
              <a:ext uri="{FF2B5EF4-FFF2-40B4-BE49-F238E27FC236}">
                <a16:creationId xmlns:a16="http://schemas.microsoft.com/office/drawing/2014/main" id="{CA7AD8C9-6981-DFBC-0F0A-9E848ABCD8D2}"/>
              </a:ext>
            </a:extLst>
          </p:cNvPr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71" name="Google Shape;171;p15">
              <a:extLst>
                <a:ext uri="{FF2B5EF4-FFF2-40B4-BE49-F238E27FC236}">
                  <a16:creationId xmlns:a16="http://schemas.microsoft.com/office/drawing/2014/main" id="{4F932FC4-EF54-37AB-E2C2-F3A8B10220BD}"/>
                </a:ext>
              </a:extLst>
            </p:cNvPr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5">
              <a:extLst>
                <a:ext uri="{FF2B5EF4-FFF2-40B4-BE49-F238E27FC236}">
                  <a16:creationId xmlns:a16="http://schemas.microsoft.com/office/drawing/2014/main" id="{C61065B0-1677-8A12-A535-34874FDA6354}"/>
                </a:ext>
              </a:extLst>
            </p:cNvPr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73" name="Google Shape;173;p15">
                <a:extLst>
                  <a:ext uri="{FF2B5EF4-FFF2-40B4-BE49-F238E27FC236}">
                    <a16:creationId xmlns:a16="http://schemas.microsoft.com/office/drawing/2014/main" id="{0FD6031E-637C-72C7-B05B-1F0B4F4328A9}"/>
                  </a:ext>
                </a:extLst>
              </p:cNvPr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4" name="Google Shape;174;p15">
                <a:extLst>
                  <a:ext uri="{FF2B5EF4-FFF2-40B4-BE49-F238E27FC236}">
                    <a16:creationId xmlns:a16="http://schemas.microsoft.com/office/drawing/2014/main" id="{9B044AD1-8D52-72D2-4736-FD02EE843659}"/>
                  </a:ext>
                </a:extLst>
              </p:cNvPr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75" name="Google Shape;175;p15">
                <a:extLst>
                  <a:ext uri="{FF2B5EF4-FFF2-40B4-BE49-F238E27FC236}">
                    <a16:creationId xmlns:a16="http://schemas.microsoft.com/office/drawing/2014/main" id="{12751266-1FD2-D3E0-F7F9-453C24070E33}"/>
                  </a:ext>
                </a:extLst>
              </p:cNvPr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6" name="Google Shape;176;p15">
                  <a:extLst>
                    <a:ext uri="{FF2B5EF4-FFF2-40B4-BE49-F238E27FC236}">
                      <a16:creationId xmlns:a16="http://schemas.microsoft.com/office/drawing/2014/main" id="{D791353A-F00A-07E4-0DCF-FF0F52A7F325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77" name="Google Shape;177;p15">
                  <a:extLst>
                    <a:ext uri="{FF2B5EF4-FFF2-40B4-BE49-F238E27FC236}">
                      <a16:creationId xmlns:a16="http://schemas.microsoft.com/office/drawing/2014/main" id="{2CA0A06C-1324-EDE0-0148-4C7D1542A03F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78" name="Google Shape;178;p15">
                <a:extLst>
                  <a:ext uri="{FF2B5EF4-FFF2-40B4-BE49-F238E27FC236}">
                    <a16:creationId xmlns:a16="http://schemas.microsoft.com/office/drawing/2014/main" id="{44A458E0-F97A-ED57-13CB-9612B69E9805}"/>
                  </a:ext>
                </a:extLst>
              </p:cNvPr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79" name="Google Shape;179;p15">
                <a:extLst>
                  <a:ext uri="{FF2B5EF4-FFF2-40B4-BE49-F238E27FC236}">
                    <a16:creationId xmlns:a16="http://schemas.microsoft.com/office/drawing/2014/main" id="{FA8F7531-E269-62EE-CE91-CCFCBE70AD98}"/>
                  </a:ext>
                </a:extLst>
              </p:cNvPr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80" name="Google Shape;180;p15">
            <a:extLst>
              <a:ext uri="{FF2B5EF4-FFF2-40B4-BE49-F238E27FC236}">
                <a16:creationId xmlns:a16="http://schemas.microsoft.com/office/drawing/2014/main" id="{41BF1D00-5141-D921-2EBC-B704B819608B}"/>
              </a:ext>
            </a:extLst>
          </p:cNvPr>
          <p:cNvGrpSpPr/>
          <p:nvPr/>
        </p:nvGrpSpPr>
        <p:grpSpPr>
          <a:xfrm>
            <a:off x="1195475" y="742950"/>
            <a:ext cx="7002284" cy="4039075"/>
            <a:chOff x="861575" y="742950"/>
            <a:chExt cx="7002284" cy="4039075"/>
          </a:xfrm>
        </p:grpSpPr>
        <p:sp>
          <p:nvSpPr>
            <p:cNvPr id="181" name="Google Shape;181;p15">
              <a:extLst>
                <a:ext uri="{FF2B5EF4-FFF2-40B4-BE49-F238E27FC236}">
                  <a16:creationId xmlns:a16="http://schemas.microsoft.com/office/drawing/2014/main" id="{998B6F3D-8DB9-80D6-3364-69ADC0E2E9E7}"/>
                </a:ext>
              </a:extLst>
            </p:cNvPr>
            <p:cNvSpPr/>
            <p:nvPr/>
          </p:nvSpPr>
          <p:spPr>
            <a:xfrm>
              <a:off x="960259" y="841525"/>
              <a:ext cx="6903600" cy="39405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15">
              <a:extLst>
                <a:ext uri="{FF2B5EF4-FFF2-40B4-BE49-F238E27FC236}">
                  <a16:creationId xmlns:a16="http://schemas.microsoft.com/office/drawing/2014/main" id="{27928CBA-D926-BDE5-61D8-3E52D2FA5F7D}"/>
                </a:ext>
              </a:extLst>
            </p:cNvPr>
            <p:cNvGrpSpPr/>
            <p:nvPr/>
          </p:nvGrpSpPr>
          <p:grpSpPr>
            <a:xfrm>
              <a:off x="861575" y="742950"/>
              <a:ext cx="6904200" cy="3940500"/>
              <a:chOff x="861575" y="742950"/>
              <a:chExt cx="6904200" cy="3940500"/>
            </a:xfrm>
          </p:grpSpPr>
          <p:sp>
            <p:nvSpPr>
              <p:cNvPr id="183" name="Google Shape;183;p15">
                <a:extLst>
                  <a:ext uri="{FF2B5EF4-FFF2-40B4-BE49-F238E27FC236}">
                    <a16:creationId xmlns:a16="http://schemas.microsoft.com/office/drawing/2014/main" id="{C1BF49EA-5B0B-729B-8441-C7225A385913}"/>
                  </a:ext>
                </a:extLst>
              </p:cNvPr>
              <p:cNvSpPr/>
              <p:nvPr/>
            </p:nvSpPr>
            <p:spPr>
              <a:xfrm>
                <a:off x="861575" y="742950"/>
                <a:ext cx="6903600" cy="3940500"/>
              </a:xfrm>
              <a:prstGeom prst="roundRect">
                <a:avLst>
                  <a:gd name="adj" fmla="val 0"/>
                </a:avLst>
              </a:prstGeom>
              <a:solidFill>
                <a:srgbClr val="FCF6E8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4" name="Google Shape;184;p15">
                <a:extLst>
                  <a:ext uri="{FF2B5EF4-FFF2-40B4-BE49-F238E27FC236}">
                    <a16:creationId xmlns:a16="http://schemas.microsoft.com/office/drawing/2014/main" id="{9B6476CD-A95C-B685-D6CC-CBB935537F8A}"/>
                  </a:ext>
                </a:extLst>
              </p:cNvPr>
              <p:cNvCxnSpPr/>
              <p:nvPr/>
            </p:nvCxnSpPr>
            <p:spPr>
              <a:xfrm>
                <a:off x="861575" y="1108650"/>
                <a:ext cx="69042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85" name="Google Shape;185;p15">
                <a:extLst>
                  <a:ext uri="{FF2B5EF4-FFF2-40B4-BE49-F238E27FC236}">
                    <a16:creationId xmlns:a16="http://schemas.microsoft.com/office/drawing/2014/main" id="{D9812567-051F-5BD1-30A6-8C32D5949561}"/>
                  </a:ext>
                </a:extLst>
              </p:cNvPr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86" name="Google Shape;186;p15">
                  <a:extLst>
                    <a:ext uri="{FF2B5EF4-FFF2-40B4-BE49-F238E27FC236}">
                      <a16:creationId xmlns:a16="http://schemas.microsoft.com/office/drawing/2014/main" id="{63AE28A7-04DA-E113-6160-546E0F7B8E2F}"/>
                    </a:ext>
                  </a:extLst>
                </p:cNvPr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7" name="Google Shape;187;p15">
                  <a:extLst>
                    <a:ext uri="{FF2B5EF4-FFF2-40B4-BE49-F238E27FC236}">
                      <a16:creationId xmlns:a16="http://schemas.microsoft.com/office/drawing/2014/main" id="{B5C4C176-17D9-EE57-5785-DFD921A1F526}"/>
                    </a:ext>
                  </a:extLst>
                </p:cNvPr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88" name="Google Shape;188;p15">
                <a:extLst>
                  <a:ext uri="{FF2B5EF4-FFF2-40B4-BE49-F238E27FC236}">
                    <a16:creationId xmlns:a16="http://schemas.microsoft.com/office/drawing/2014/main" id="{C9F15950-AA1A-F24F-B00E-B8BD3D00E152}"/>
                  </a:ext>
                </a:extLst>
              </p:cNvPr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89" name="Google Shape;189;p15">
                <a:extLst>
                  <a:ext uri="{FF2B5EF4-FFF2-40B4-BE49-F238E27FC236}">
                    <a16:creationId xmlns:a16="http://schemas.microsoft.com/office/drawing/2014/main" id="{F78D8049-FE0F-DA9D-682F-C000F8451E97}"/>
                  </a:ext>
                </a:extLst>
              </p:cNvPr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0" name="Google Shape;190;p15">
            <a:extLst>
              <a:ext uri="{FF2B5EF4-FFF2-40B4-BE49-F238E27FC236}">
                <a16:creationId xmlns:a16="http://schemas.microsoft.com/office/drawing/2014/main" id="{0130EF5E-8BFE-ACBC-2CDB-A811ED640D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52413" y="1337250"/>
            <a:ext cx="65433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  Merci !</a:t>
            </a:r>
            <a:endParaRPr sz="4700"/>
          </a:p>
        </p:txBody>
      </p:sp>
      <p:sp>
        <p:nvSpPr>
          <p:cNvPr id="191" name="Google Shape;191;p15">
            <a:extLst>
              <a:ext uri="{FF2B5EF4-FFF2-40B4-BE49-F238E27FC236}">
                <a16:creationId xmlns:a16="http://schemas.microsoft.com/office/drawing/2014/main" id="{11712F5B-6375-7E2F-C9E3-C8A5528EC9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05850" y="3893575"/>
            <a:ext cx="4212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/>
            <a:r>
              <a:rPr lang="fr-CA"/>
              <a:t>Modèle de présentation fournis par </a:t>
            </a:r>
            <a:r>
              <a:rPr lang="en" b="1" u="sng">
                <a:solidFill>
                  <a:srgbClr val="869FB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endParaRPr/>
          </a:p>
        </p:txBody>
      </p:sp>
      <p:sp>
        <p:nvSpPr>
          <p:cNvPr id="192" name="Google Shape;192;p15">
            <a:extLst>
              <a:ext uri="{FF2B5EF4-FFF2-40B4-BE49-F238E27FC236}">
                <a16:creationId xmlns:a16="http://schemas.microsoft.com/office/drawing/2014/main" id="{283BB008-74A3-C865-4447-B027501E47D0}"/>
              </a:ext>
            </a:extLst>
          </p:cNvPr>
          <p:cNvSpPr/>
          <p:nvPr/>
        </p:nvSpPr>
        <p:spPr>
          <a:xfrm rot="-2700000">
            <a:off x="3694491" y="4087367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15">
            <a:extLst>
              <a:ext uri="{FF2B5EF4-FFF2-40B4-BE49-F238E27FC236}">
                <a16:creationId xmlns:a16="http://schemas.microsoft.com/office/drawing/2014/main" id="{1991600C-D40E-009F-54E2-884638B8824A}"/>
              </a:ext>
            </a:extLst>
          </p:cNvPr>
          <p:cNvGrpSpPr/>
          <p:nvPr/>
        </p:nvGrpSpPr>
        <p:grpSpPr>
          <a:xfrm>
            <a:off x="463638" y="3116098"/>
            <a:ext cx="1827475" cy="1051350"/>
            <a:chOff x="274188" y="1278048"/>
            <a:chExt cx="1827475" cy="1051350"/>
          </a:xfrm>
        </p:grpSpPr>
        <p:sp>
          <p:nvSpPr>
            <p:cNvPr id="194" name="Google Shape;194;p15">
              <a:extLst>
                <a:ext uri="{FF2B5EF4-FFF2-40B4-BE49-F238E27FC236}">
                  <a16:creationId xmlns:a16="http://schemas.microsoft.com/office/drawing/2014/main" id="{174D87F7-E95B-8A5A-B3BD-0DD941B8902F}"/>
                </a:ext>
              </a:extLst>
            </p:cNvPr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5" name="Google Shape;195;p15">
              <a:extLst>
                <a:ext uri="{FF2B5EF4-FFF2-40B4-BE49-F238E27FC236}">
                  <a16:creationId xmlns:a16="http://schemas.microsoft.com/office/drawing/2014/main" id="{5C5C854C-F2BB-D9B7-6748-CAD24C6262F5}"/>
                </a:ext>
              </a:extLst>
            </p:cNvPr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196" name="Google Shape;196;p15">
                <a:extLst>
                  <a:ext uri="{FF2B5EF4-FFF2-40B4-BE49-F238E27FC236}">
                    <a16:creationId xmlns:a16="http://schemas.microsoft.com/office/drawing/2014/main" id="{C07533B7-95B9-9562-FF23-28212CE73918}"/>
                  </a:ext>
                </a:extLst>
              </p:cNvPr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7" name="Google Shape;197;p15">
                <a:extLst>
                  <a:ext uri="{FF2B5EF4-FFF2-40B4-BE49-F238E27FC236}">
                    <a16:creationId xmlns:a16="http://schemas.microsoft.com/office/drawing/2014/main" id="{FD9A009D-C015-DECA-8DF8-BA2F3B5B7B34}"/>
                  </a:ext>
                </a:extLst>
              </p:cNvPr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9" name="Google Shape;199;p15">
              <a:extLst>
                <a:ext uri="{FF2B5EF4-FFF2-40B4-BE49-F238E27FC236}">
                  <a16:creationId xmlns:a16="http://schemas.microsoft.com/office/drawing/2014/main" id="{ECD93EFA-404C-CA39-027B-B6F12171F737}"/>
                </a:ext>
              </a:extLst>
            </p:cNvPr>
            <p:cNvSpPr/>
            <p:nvPr/>
          </p:nvSpPr>
          <p:spPr>
            <a:xfrm>
              <a:off x="464272" y="1636498"/>
              <a:ext cx="328236" cy="324038"/>
            </a:xfrm>
            <a:custGeom>
              <a:avLst/>
              <a:gdLst/>
              <a:ahLst/>
              <a:cxnLst/>
              <a:rect l="l" t="t" r="r" b="b"/>
              <a:pathLst>
                <a:path w="8732" h="8733" extrusionOk="0">
                  <a:moveTo>
                    <a:pt x="4366" y="1"/>
                  </a:moveTo>
                  <a:cubicBezTo>
                    <a:pt x="1951" y="1"/>
                    <a:pt x="0" y="1952"/>
                    <a:pt x="0" y="4366"/>
                  </a:cubicBezTo>
                  <a:cubicBezTo>
                    <a:pt x="0" y="6757"/>
                    <a:pt x="1951" y="8732"/>
                    <a:pt x="4366" y="8732"/>
                  </a:cubicBezTo>
                  <a:cubicBezTo>
                    <a:pt x="6780" y="8732"/>
                    <a:pt x="8732" y="6757"/>
                    <a:pt x="8732" y="4366"/>
                  </a:cubicBezTo>
                  <a:cubicBezTo>
                    <a:pt x="8732" y="1952"/>
                    <a:pt x="6780" y="1"/>
                    <a:pt x="4366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15">
            <a:extLst>
              <a:ext uri="{FF2B5EF4-FFF2-40B4-BE49-F238E27FC236}">
                <a16:creationId xmlns:a16="http://schemas.microsoft.com/office/drawing/2014/main" id="{3C54E8D2-9204-B2BC-9CE0-623B086E2831}"/>
              </a:ext>
            </a:extLst>
          </p:cNvPr>
          <p:cNvGrpSpPr/>
          <p:nvPr/>
        </p:nvGrpSpPr>
        <p:grpSpPr>
          <a:xfrm>
            <a:off x="1352422" y="1220605"/>
            <a:ext cx="689546" cy="208288"/>
            <a:chOff x="6761147" y="3414805"/>
            <a:chExt cx="689546" cy="208288"/>
          </a:xfrm>
        </p:grpSpPr>
        <p:sp>
          <p:nvSpPr>
            <p:cNvPr id="205" name="Google Shape;205;p15">
              <a:extLst>
                <a:ext uri="{FF2B5EF4-FFF2-40B4-BE49-F238E27FC236}">
                  <a16:creationId xmlns:a16="http://schemas.microsoft.com/office/drawing/2014/main" id="{E82D0CAB-EF75-B014-2160-34948D72EBEE}"/>
                </a:ext>
              </a:extLst>
            </p:cNvPr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>
              <a:extLst>
                <a:ext uri="{FF2B5EF4-FFF2-40B4-BE49-F238E27FC236}">
                  <a16:creationId xmlns:a16="http://schemas.microsoft.com/office/drawing/2014/main" id="{D00DB007-6AB4-F5C7-C017-995D22D91763}"/>
                </a:ext>
              </a:extLst>
            </p:cNvPr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15">
            <a:extLst>
              <a:ext uri="{FF2B5EF4-FFF2-40B4-BE49-F238E27FC236}">
                <a16:creationId xmlns:a16="http://schemas.microsoft.com/office/drawing/2014/main" id="{0DB24E3B-A078-D5BB-F8A4-832BCC054265}"/>
              </a:ext>
            </a:extLst>
          </p:cNvPr>
          <p:cNvGrpSpPr/>
          <p:nvPr/>
        </p:nvGrpSpPr>
        <p:grpSpPr>
          <a:xfrm>
            <a:off x="1532129" y="3806249"/>
            <a:ext cx="1646100" cy="1188900"/>
            <a:chOff x="7403363" y="1047512"/>
            <a:chExt cx="1646100" cy="1188900"/>
          </a:xfrm>
        </p:grpSpPr>
        <p:sp>
          <p:nvSpPr>
            <p:cNvPr id="208" name="Google Shape;208;p15">
              <a:extLst>
                <a:ext uri="{FF2B5EF4-FFF2-40B4-BE49-F238E27FC236}">
                  <a16:creationId xmlns:a16="http://schemas.microsoft.com/office/drawing/2014/main" id="{D3DD6796-BA73-122E-9972-4C6C93465D13}"/>
                </a:ext>
              </a:extLst>
            </p:cNvPr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>
              <a:extLst>
                <a:ext uri="{FF2B5EF4-FFF2-40B4-BE49-F238E27FC236}">
                  <a16:creationId xmlns:a16="http://schemas.microsoft.com/office/drawing/2014/main" id="{A049F3B4-5CF2-3CDC-654F-99D91E875B2D}"/>
                </a:ext>
              </a:extLst>
            </p:cNvPr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10" name="Google Shape;210;p15">
              <a:extLst>
                <a:ext uri="{FF2B5EF4-FFF2-40B4-BE49-F238E27FC236}">
                  <a16:creationId xmlns:a16="http://schemas.microsoft.com/office/drawing/2014/main" id="{3B975812-606B-1D16-9816-F82BC3C59E72}"/>
                </a:ext>
              </a:extLst>
            </p:cNvPr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15">
              <a:extLst>
                <a:ext uri="{FF2B5EF4-FFF2-40B4-BE49-F238E27FC236}">
                  <a16:creationId xmlns:a16="http://schemas.microsoft.com/office/drawing/2014/main" id="{60903444-BDDE-DCBF-E4E1-293F561B909E}"/>
                </a:ext>
              </a:extLst>
            </p:cNvPr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>
              <a:extLst>
                <a:ext uri="{FF2B5EF4-FFF2-40B4-BE49-F238E27FC236}">
                  <a16:creationId xmlns:a16="http://schemas.microsoft.com/office/drawing/2014/main" id="{9073EE45-2E4A-02D6-E17B-B5EFCCB5A0FD}"/>
                </a:ext>
              </a:extLst>
            </p:cNvPr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>
              <a:extLst>
                <a:ext uri="{FF2B5EF4-FFF2-40B4-BE49-F238E27FC236}">
                  <a16:creationId xmlns:a16="http://schemas.microsoft.com/office/drawing/2014/main" id="{EB351F6F-3902-64FB-739D-B58CEBDE9BDD}"/>
                </a:ext>
              </a:extLst>
            </p:cNvPr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" name="Google Shape;214;p15">
              <a:extLst>
                <a:ext uri="{FF2B5EF4-FFF2-40B4-BE49-F238E27FC236}">
                  <a16:creationId xmlns:a16="http://schemas.microsoft.com/office/drawing/2014/main" id="{15F8B396-2D7D-2C89-6901-0EA2040F16DF}"/>
                </a:ext>
              </a:extLst>
            </p:cNvPr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215" name="Google Shape;215;p15">
                <a:extLst>
                  <a:ext uri="{FF2B5EF4-FFF2-40B4-BE49-F238E27FC236}">
                    <a16:creationId xmlns:a16="http://schemas.microsoft.com/office/drawing/2014/main" id="{C33F2608-4944-7E88-1E2E-7BFA3C174AC1}"/>
                  </a:ext>
                </a:extLst>
              </p:cNvPr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5">
                <a:extLst>
                  <a:ext uri="{FF2B5EF4-FFF2-40B4-BE49-F238E27FC236}">
                    <a16:creationId xmlns:a16="http://schemas.microsoft.com/office/drawing/2014/main" id="{92F570E0-36BB-43C0-65B0-52D532104960}"/>
                  </a:ext>
                </a:extLst>
              </p:cNvPr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2DC575-B212-3FDD-3778-9D3F8394A7A2}"/>
              </a:ext>
            </a:extLst>
          </p:cNvPr>
          <p:cNvGrpSpPr/>
          <p:nvPr/>
        </p:nvGrpSpPr>
        <p:grpSpPr>
          <a:xfrm>
            <a:off x="485107" y="559906"/>
            <a:ext cx="502800" cy="502800"/>
            <a:chOff x="485107" y="559906"/>
            <a:chExt cx="502800" cy="502800"/>
          </a:xfrm>
        </p:grpSpPr>
        <p:sp>
          <p:nvSpPr>
            <p:cNvPr id="221" name="Google Shape;221;p15">
              <a:extLst>
                <a:ext uri="{FF2B5EF4-FFF2-40B4-BE49-F238E27FC236}">
                  <a16:creationId xmlns:a16="http://schemas.microsoft.com/office/drawing/2014/main" id="{6FC568C6-8442-A0FD-03CA-B93431808EA2}"/>
                </a:ext>
              </a:extLst>
            </p:cNvPr>
            <p:cNvSpPr/>
            <p:nvPr/>
          </p:nvSpPr>
          <p:spPr>
            <a:xfrm>
              <a:off x="485107" y="559906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5">
              <a:extLst>
                <a:ext uri="{FF2B5EF4-FFF2-40B4-BE49-F238E27FC236}">
                  <a16:creationId xmlns:a16="http://schemas.microsoft.com/office/drawing/2014/main" id="{D4B24D66-7FB5-7FB7-02C5-77A5C5E76B58}"/>
                </a:ext>
              </a:extLst>
            </p:cNvPr>
            <p:cNvSpPr/>
            <p:nvPr/>
          </p:nvSpPr>
          <p:spPr>
            <a:xfrm>
              <a:off x="565818" y="651290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2B149B9-A13C-56ED-C637-F91DFBB8ED36}"/>
              </a:ext>
            </a:extLst>
          </p:cNvPr>
          <p:cNvGrpSpPr/>
          <p:nvPr/>
        </p:nvGrpSpPr>
        <p:grpSpPr>
          <a:xfrm>
            <a:off x="463651" y="1220603"/>
            <a:ext cx="502899" cy="502899"/>
            <a:chOff x="463651" y="1220603"/>
            <a:chExt cx="502899" cy="502899"/>
          </a:xfrm>
        </p:grpSpPr>
        <p:sp>
          <p:nvSpPr>
            <p:cNvPr id="218" name="Google Shape;218;p15">
              <a:extLst>
                <a:ext uri="{FF2B5EF4-FFF2-40B4-BE49-F238E27FC236}">
                  <a16:creationId xmlns:a16="http://schemas.microsoft.com/office/drawing/2014/main" id="{6405CFAA-CC65-2C87-0BE2-1E90A16856FA}"/>
                </a:ext>
              </a:extLst>
            </p:cNvPr>
            <p:cNvSpPr/>
            <p:nvPr/>
          </p:nvSpPr>
          <p:spPr>
            <a:xfrm>
              <a:off x="463651" y="1220603"/>
              <a:ext cx="502899" cy="502899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" name="Graphic 2" descr="Pencil with solid fill">
              <a:extLst>
                <a:ext uri="{FF2B5EF4-FFF2-40B4-BE49-F238E27FC236}">
                  <a16:creationId xmlns:a16="http://schemas.microsoft.com/office/drawing/2014/main" id="{7E8454FE-5E74-5F8E-84C5-2706DAB26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4097" y="1235342"/>
              <a:ext cx="447644" cy="447644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3380719-1854-17FF-E6EF-227043E6DDDD}"/>
              </a:ext>
            </a:extLst>
          </p:cNvPr>
          <p:cNvGrpSpPr/>
          <p:nvPr/>
        </p:nvGrpSpPr>
        <p:grpSpPr>
          <a:xfrm>
            <a:off x="464193" y="1880375"/>
            <a:ext cx="502800" cy="502800"/>
            <a:chOff x="464193" y="1880375"/>
            <a:chExt cx="502800" cy="502800"/>
          </a:xfrm>
        </p:grpSpPr>
        <p:sp>
          <p:nvSpPr>
            <p:cNvPr id="224" name="Google Shape;224;p15">
              <a:extLst>
                <a:ext uri="{FF2B5EF4-FFF2-40B4-BE49-F238E27FC236}">
                  <a16:creationId xmlns:a16="http://schemas.microsoft.com/office/drawing/2014/main" id="{BF8C5838-9B76-FCB7-7969-B0E252494BFC}"/>
                </a:ext>
              </a:extLst>
            </p:cNvPr>
            <p:cNvSpPr/>
            <p:nvPr/>
          </p:nvSpPr>
          <p:spPr>
            <a:xfrm>
              <a:off x="464193" y="18803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" name="Graphic 8" descr="Document outline">
              <a:extLst>
                <a:ext uri="{FF2B5EF4-FFF2-40B4-BE49-F238E27FC236}">
                  <a16:creationId xmlns:a16="http://schemas.microsoft.com/office/drawing/2014/main" id="{1AC8ED6D-8342-4480-61E3-B8D0D4934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9299" y="1899251"/>
              <a:ext cx="465047" cy="465047"/>
            </a:xfrm>
            <a:prstGeom prst="rect">
              <a:avLst/>
            </a:prstGeom>
          </p:spPr>
        </p:pic>
      </p:grpSp>
      <p:sp>
        <p:nvSpPr>
          <p:cNvPr id="10" name="Google Shape;215;p15">
            <a:extLst>
              <a:ext uri="{FF2B5EF4-FFF2-40B4-BE49-F238E27FC236}">
                <a16:creationId xmlns:a16="http://schemas.microsoft.com/office/drawing/2014/main" id="{25715670-2648-E532-C7FC-64A9EF447F4A}"/>
              </a:ext>
            </a:extLst>
          </p:cNvPr>
          <p:cNvSpPr/>
          <p:nvPr/>
        </p:nvSpPr>
        <p:spPr>
          <a:xfrm>
            <a:off x="1160323" y="3516121"/>
            <a:ext cx="820034" cy="51427"/>
          </a:xfrm>
          <a:custGeom>
            <a:avLst/>
            <a:gdLst/>
            <a:ahLst/>
            <a:cxnLst/>
            <a:rect l="l" t="t" r="r" b="b"/>
            <a:pathLst>
              <a:path w="21415" h="1343" extrusionOk="0">
                <a:moveTo>
                  <a:pt x="903" y="1"/>
                </a:moveTo>
                <a:cubicBezTo>
                  <a:pt x="1" y="1"/>
                  <a:pt x="1" y="1342"/>
                  <a:pt x="903" y="1342"/>
                </a:cubicBezTo>
                <a:lnTo>
                  <a:pt x="20488" y="1342"/>
                </a:lnTo>
                <a:cubicBezTo>
                  <a:pt x="21415" y="1342"/>
                  <a:pt x="21415" y="1"/>
                  <a:pt x="204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216;p15">
            <a:extLst>
              <a:ext uri="{FF2B5EF4-FFF2-40B4-BE49-F238E27FC236}">
                <a16:creationId xmlns:a16="http://schemas.microsoft.com/office/drawing/2014/main" id="{56F77704-70CF-0175-DECB-83961B799C73}"/>
              </a:ext>
            </a:extLst>
          </p:cNvPr>
          <p:cNvSpPr/>
          <p:nvPr/>
        </p:nvSpPr>
        <p:spPr>
          <a:xfrm>
            <a:off x="1251842" y="3651561"/>
            <a:ext cx="636077" cy="52346"/>
          </a:xfrm>
          <a:custGeom>
            <a:avLst/>
            <a:gdLst/>
            <a:ahLst/>
            <a:cxnLst/>
            <a:rect l="l" t="t" r="r" b="b"/>
            <a:pathLst>
              <a:path w="16611" h="1367" extrusionOk="0">
                <a:moveTo>
                  <a:pt x="928" y="0"/>
                </a:moveTo>
                <a:cubicBezTo>
                  <a:pt x="1" y="0"/>
                  <a:pt x="1" y="1366"/>
                  <a:pt x="928" y="1366"/>
                </a:cubicBezTo>
                <a:lnTo>
                  <a:pt x="15708" y="1366"/>
                </a:lnTo>
                <a:cubicBezTo>
                  <a:pt x="16610" y="1366"/>
                  <a:pt x="16610" y="0"/>
                  <a:pt x="1570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482;p25">
            <a:extLst>
              <a:ext uri="{FF2B5EF4-FFF2-40B4-BE49-F238E27FC236}">
                <a16:creationId xmlns:a16="http://schemas.microsoft.com/office/drawing/2014/main" id="{E77959F6-5508-23B1-8E24-2E6C1F608E36}"/>
              </a:ext>
            </a:extLst>
          </p:cNvPr>
          <p:cNvGrpSpPr/>
          <p:nvPr/>
        </p:nvGrpSpPr>
        <p:grpSpPr>
          <a:xfrm>
            <a:off x="434341" y="5367841"/>
            <a:ext cx="1572610" cy="2680420"/>
            <a:chOff x="4754850" y="1600325"/>
            <a:chExt cx="3772191" cy="3108650"/>
          </a:xfrm>
        </p:grpSpPr>
        <p:sp>
          <p:nvSpPr>
            <p:cNvPr id="128" name="Google Shape;483;p25">
              <a:extLst>
                <a:ext uri="{FF2B5EF4-FFF2-40B4-BE49-F238E27FC236}">
                  <a16:creationId xmlns:a16="http://schemas.microsoft.com/office/drawing/2014/main" id="{1295D3D4-D8AD-4184-56B6-EA5428460337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484;p25">
              <a:extLst>
                <a:ext uri="{FF2B5EF4-FFF2-40B4-BE49-F238E27FC236}">
                  <a16:creationId xmlns:a16="http://schemas.microsoft.com/office/drawing/2014/main" id="{2C5189FC-0DFB-5AA1-088E-558C12EC8C24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0" name="Google Shape;485;p25">
              <a:extLst>
                <a:ext uri="{FF2B5EF4-FFF2-40B4-BE49-F238E27FC236}">
                  <a16:creationId xmlns:a16="http://schemas.microsoft.com/office/drawing/2014/main" id="{1921A515-BA36-3411-72A1-2C865B724A89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1" name="Google Shape;486;p25">
            <a:extLst>
              <a:ext uri="{FF2B5EF4-FFF2-40B4-BE49-F238E27FC236}">
                <a16:creationId xmlns:a16="http://schemas.microsoft.com/office/drawing/2014/main" id="{95F3DC18-DB5E-3AF0-AECB-0E42C8804070}"/>
              </a:ext>
            </a:extLst>
          </p:cNvPr>
          <p:cNvGrpSpPr/>
          <p:nvPr/>
        </p:nvGrpSpPr>
        <p:grpSpPr>
          <a:xfrm>
            <a:off x="528402" y="5752202"/>
            <a:ext cx="1348725" cy="2227283"/>
            <a:chOff x="844774" y="1956482"/>
            <a:chExt cx="1564200" cy="2583118"/>
          </a:xfrm>
        </p:grpSpPr>
        <p:sp>
          <p:nvSpPr>
            <p:cNvPr id="132" name="Google Shape;487;p25">
              <a:extLst>
                <a:ext uri="{FF2B5EF4-FFF2-40B4-BE49-F238E27FC236}">
                  <a16:creationId xmlns:a16="http://schemas.microsoft.com/office/drawing/2014/main" id="{55621AAB-5E39-10EC-0105-3BF54E4F2693}"/>
                </a:ext>
              </a:extLst>
            </p:cNvPr>
            <p:cNvSpPr txBox="1"/>
            <p:nvPr/>
          </p:nvSpPr>
          <p:spPr>
            <a:xfrm>
              <a:off x="844774" y="1956482"/>
              <a:ext cx="1564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Contexte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33" name="Google Shape;488;p25">
              <a:extLst>
                <a:ext uri="{FF2B5EF4-FFF2-40B4-BE49-F238E27FC236}">
                  <a16:creationId xmlns:a16="http://schemas.microsoft.com/office/drawing/2014/main" id="{F0BA7F4F-B283-C42E-2258-B9D48CB77BA9}"/>
                </a:ext>
              </a:extLst>
            </p:cNvPr>
            <p:cNvSpPr txBox="1"/>
            <p:nvPr/>
          </p:nvSpPr>
          <p:spPr>
            <a:xfrm>
              <a:off x="103257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01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34" name="Google Shape;494;p25">
            <a:extLst>
              <a:ext uri="{FF2B5EF4-FFF2-40B4-BE49-F238E27FC236}">
                <a16:creationId xmlns:a16="http://schemas.microsoft.com/office/drawing/2014/main" id="{A8158D42-58F3-26AE-538E-5395DE984346}"/>
              </a:ext>
            </a:extLst>
          </p:cNvPr>
          <p:cNvGrpSpPr/>
          <p:nvPr/>
        </p:nvGrpSpPr>
        <p:grpSpPr>
          <a:xfrm>
            <a:off x="2145338" y="5367841"/>
            <a:ext cx="1572610" cy="2680420"/>
            <a:chOff x="4754850" y="1600325"/>
            <a:chExt cx="3772191" cy="3108650"/>
          </a:xfrm>
        </p:grpSpPr>
        <p:sp>
          <p:nvSpPr>
            <p:cNvPr id="135" name="Google Shape;495;p25">
              <a:extLst>
                <a:ext uri="{FF2B5EF4-FFF2-40B4-BE49-F238E27FC236}">
                  <a16:creationId xmlns:a16="http://schemas.microsoft.com/office/drawing/2014/main" id="{543CCAD1-410D-975B-AD9D-B6A674F45634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496;p25">
              <a:extLst>
                <a:ext uri="{FF2B5EF4-FFF2-40B4-BE49-F238E27FC236}">
                  <a16:creationId xmlns:a16="http://schemas.microsoft.com/office/drawing/2014/main" id="{B0C61AB9-2543-554F-F55A-71CF382D5AF2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7" name="Google Shape;497;p25">
              <a:extLst>
                <a:ext uri="{FF2B5EF4-FFF2-40B4-BE49-F238E27FC236}">
                  <a16:creationId xmlns:a16="http://schemas.microsoft.com/office/drawing/2014/main" id="{5D67E72F-F45D-F3D8-DC0E-68BB8B9ABDA3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8" name="Google Shape;498;p25">
            <a:extLst>
              <a:ext uri="{FF2B5EF4-FFF2-40B4-BE49-F238E27FC236}">
                <a16:creationId xmlns:a16="http://schemas.microsoft.com/office/drawing/2014/main" id="{46085430-6431-FE60-7B87-4739436A0929}"/>
              </a:ext>
            </a:extLst>
          </p:cNvPr>
          <p:cNvGrpSpPr/>
          <p:nvPr/>
        </p:nvGrpSpPr>
        <p:grpSpPr>
          <a:xfrm>
            <a:off x="2200048" y="5768968"/>
            <a:ext cx="1431292" cy="2210519"/>
            <a:chOff x="2757151" y="1975925"/>
            <a:chExt cx="1659958" cy="2563675"/>
          </a:xfrm>
        </p:grpSpPr>
        <p:sp>
          <p:nvSpPr>
            <p:cNvPr id="139" name="Google Shape;499;p25">
              <a:extLst>
                <a:ext uri="{FF2B5EF4-FFF2-40B4-BE49-F238E27FC236}">
                  <a16:creationId xmlns:a16="http://schemas.microsoft.com/office/drawing/2014/main" id="{DC641179-B227-A049-6CA7-DCEDD3ADD205}"/>
                </a:ext>
              </a:extLst>
            </p:cNvPr>
            <p:cNvSpPr txBox="1"/>
            <p:nvPr/>
          </p:nvSpPr>
          <p:spPr>
            <a:xfrm>
              <a:off x="2757151" y="1975925"/>
              <a:ext cx="1659958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Fonctions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40" name="Google Shape;500;p25">
              <a:extLst>
                <a:ext uri="{FF2B5EF4-FFF2-40B4-BE49-F238E27FC236}">
                  <a16:creationId xmlns:a16="http://schemas.microsoft.com/office/drawing/2014/main" id="{E63BB020-5428-9430-EDA7-6DD94F4598AA}"/>
                </a:ext>
              </a:extLst>
            </p:cNvPr>
            <p:cNvSpPr txBox="1"/>
            <p:nvPr/>
          </p:nvSpPr>
          <p:spPr>
            <a:xfrm>
              <a:off x="3002488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2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1" name="Google Shape;502;p25">
            <a:extLst>
              <a:ext uri="{FF2B5EF4-FFF2-40B4-BE49-F238E27FC236}">
                <a16:creationId xmlns:a16="http://schemas.microsoft.com/office/drawing/2014/main" id="{DFEADDE7-C3C3-39BF-49F5-E34053D5B374}"/>
              </a:ext>
            </a:extLst>
          </p:cNvPr>
          <p:cNvGrpSpPr/>
          <p:nvPr/>
        </p:nvGrpSpPr>
        <p:grpSpPr>
          <a:xfrm>
            <a:off x="3846174" y="5367841"/>
            <a:ext cx="1572610" cy="2680420"/>
            <a:chOff x="4754850" y="1600325"/>
            <a:chExt cx="3772191" cy="3108650"/>
          </a:xfrm>
        </p:grpSpPr>
        <p:sp>
          <p:nvSpPr>
            <p:cNvPr id="142" name="Google Shape;503;p25">
              <a:extLst>
                <a:ext uri="{FF2B5EF4-FFF2-40B4-BE49-F238E27FC236}">
                  <a16:creationId xmlns:a16="http://schemas.microsoft.com/office/drawing/2014/main" id="{AD5C67A5-EB9B-ACD8-F927-2B38411B66D5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504;p25">
              <a:extLst>
                <a:ext uri="{FF2B5EF4-FFF2-40B4-BE49-F238E27FC236}">
                  <a16:creationId xmlns:a16="http://schemas.microsoft.com/office/drawing/2014/main" id="{D302AFDC-581F-6F1D-E408-86F538C9DC05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" name="Google Shape;505;p25">
              <a:extLst>
                <a:ext uri="{FF2B5EF4-FFF2-40B4-BE49-F238E27FC236}">
                  <a16:creationId xmlns:a16="http://schemas.microsoft.com/office/drawing/2014/main" id="{EE392201-8222-C61F-499C-202B520E8642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5" name="Google Shape;506;p25">
            <a:extLst>
              <a:ext uri="{FF2B5EF4-FFF2-40B4-BE49-F238E27FC236}">
                <a16:creationId xmlns:a16="http://schemas.microsoft.com/office/drawing/2014/main" id="{CEF65F4B-D08E-1A9E-5C0C-BA55F45E6186}"/>
              </a:ext>
            </a:extLst>
          </p:cNvPr>
          <p:cNvGrpSpPr/>
          <p:nvPr/>
        </p:nvGrpSpPr>
        <p:grpSpPr>
          <a:xfrm>
            <a:off x="3909760" y="5768997"/>
            <a:ext cx="1446721" cy="2210493"/>
            <a:chOff x="4729264" y="1975954"/>
            <a:chExt cx="1677852" cy="2563646"/>
          </a:xfrm>
        </p:grpSpPr>
        <p:sp>
          <p:nvSpPr>
            <p:cNvPr id="146" name="Google Shape;507;p25">
              <a:extLst>
                <a:ext uri="{FF2B5EF4-FFF2-40B4-BE49-F238E27FC236}">
                  <a16:creationId xmlns:a16="http://schemas.microsoft.com/office/drawing/2014/main" id="{42FE3803-050D-CB5A-5FF1-703DBFBBC3C3}"/>
                </a:ext>
              </a:extLst>
            </p:cNvPr>
            <p:cNvSpPr txBox="1"/>
            <p:nvPr/>
          </p:nvSpPr>
          <p:spPr>
            <a:xfrm>
              <a:off x="4729264" y="1975954"/>
              <a:ext cx="1677852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Scénarios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47" name="Google Shape;508;p25">
              <a:extLst>
                <a:ext uri="{FF2B5EF4-FFF2-40B4-BE49-F238E27FC236}">
                  <a16:creationId xmlns:a16="http://schemas.microsoft.com/office/drawing/2014/main" id="{F8095382-2B4D-B595-9116-5C2957CC7E26}"/>
                </a:ext>
              </a:extLst>
            </p:cNvPr>
            <p:cNvSpPr txBox="1"/>
            <p:nvPr/>
          </p:nvSpPr>
          <p:spPr>
            <a:xfrm>
              <a:off x="4952413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3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48" name="Google Shape;510;p25">
            <a:extLst>
              <a:ext uri="{FF2B5EF4-FFF2-40B4-BE49-F238E27FC236}">
                <a16:creationId xmlns:a16="http://schemas.microsoft.com/office/drawing/2014/main" id="{277ED29B-10C4-18AC-A636-6E754C02328A}"/>
              </a:ext>
            </a:extLst>
          </p:cNvPr>
          <p:cNvGrpSpPr/>
          <p:nvPr/>
        </p:nvGrpSpPr>
        <p:grpSpPr>
          <a:xfrm>
            <a:off x="5521611" y="5367841"/>
            <a:ext cx="1572610" cy="2680420"/>
            <a:chOff x="4754850" y="1600325"/>
            <a:chExt cx="3772191" cy="3108650"/>
          </a:xfrm>
        </p:grpSpPr>
        <p:sp>
          <p:nvSpPr>
            <p:cNvPr id="149" name="Google Shape;511;p25">
              <a:extLst>
                <a:ext uri="{FF2B5EF4-FFF2-40B4-BE49-F238E27FC236}">
                  <a16:creationId xmlns:a16="http://schemas.microsoft.com/office/drawing/2014/main" id="{FD68E2EB-A0C2-EB6F-CCB9-5CCBA5F220B0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512;p25">
              <a:extLst>
                <a:ext uri="{FF2B5EF4-FFF2-40B4-BE49-F238E27FC236}">
                  <a16:creationId xmlns:a16="http://schemas.microsoft.com/office/drawing/2014/main" id="{ED5BD8D6-DCC6-8616-6C84-263E141B90D7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513;p25">
              <a:extLst>
                <a:ext uri="{FF2B5EF4-FFF2-40B4-BE49-F238E27FC236}">
                  <a16:creationId xmlns:a16="http://schemas.microsoft.com/office/drawing/2014/main" id="{0224000A-3E7C-50D9-7EF1-EA5131AF2F16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2" name="Google Shape;514;p25">
            <a:extLst>
              <a:ext uri="{FF2B5EF4-FFF2-40B4-BE49-F238E27FC236}">
                <a16:creationId xmlns:a16="http://schemas.microsoft.com/office/drawing/2014/main" id="{D72B9E9E-8472-F95D-8B4B-4B435351BEA1}"/>
              </a:ext>
            </a:extLst>
          </p:cNvPr>
          <p:cNvGrpSpPr/>
          <p:nvPr/>
        </p:nvGrpSpPr>
        <p:grpSpPr>
          <a:xfrm>
            <a:off x="5615672" y="5775907"/>
            <a:ext cx="1348725" cy="2203580"/>
            <a:chOff x="6724524" y="1983973"/>
            <a:chExt cx="1564200" cy="2555627"/>
          </a:xfrm>
        </p:grpSpPr>
        <p:sp>
          <p:nvSpPr>
            <p:cNvPr id="153" name="Google Shape;515;p25">
              <a:extLst>
                <a:ext uri="{FF2B5EF4-FFF2-40B4-BE49-F238E27FC236}">
                  <a16:creationId xmlns:a16="http://schemas.microsoft.com/office/drawing/2014/main" id="{2CC9FFDC-0129-1DEB-8CD6-624E014F0D9B}"/>
                </a:ext>
              </a:extLst>
            </p:cNvPr>
            <p:cNvSpPr txBox="1"/>
            <p:nvPr/>
          </p:nvSpPr>
          <p:spPr>
            <a:xfrm>
              <a:off x="6724524" y="1983973"/>
              <a:ext cx="1564200" cy="548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Démo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54" name="Google Shape;516;p25">
              <a:extLst>
                <a:ext uri="{FF2B5EF4-FFF2-40B4-BE49-F238E27FC236}">
                  <a16:creationId xmlns:a16="http://schemas.microsoft.com/office/drawing/2014/main" id="{BB13D438-6F26-4FAB-43FC-3AC19332C7EC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</a:t>
              </a:r>
              <a:r>
                <a:rPr lang="en" sz="3600">
                  <a:latin typeface="Rubik Black"/>
                  <a:ea typeface="Rubik Black"/>
                  <a:cs typeface="Rubik Black"/>
                  <a:sym typeface="Rubik Black"/>
                </a:rPr>
                <a:t>4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55" name="Google Shape;518;p25">
            <a:extLst>
              <a:ext uri="{FF2B5EF4-FFF2-40B4-BE49-F238E27FC236}">
                <a16:creationId xmlns:a16="http://schemas.microsoft.com/office/drawing/2014/main" id="{1E840909-37EB-5F13-0D49-67243DF5C3D7}"/>
              </a:ext>
            </a:extLst>
          </p:cNvPr>
          <p:cNvGrpSpPr/>
          <p:nvPr/>
        </p:nvGrpSpPr>
        <p:grpSpPr>
          <a:xfrm>
            <a:off x="983436" y="5225238"/>
            <a:ext cx="433537" cy="433537"/>
            <a:chOff x="1627550" y="2017350"/>
            <a:chExt cx="502800" cy="502800"/>
          </a:xfrm>
        </p:grpSpPr>
        <p:sp>
          <p:nvSpPr>
            <p:cNvPr id="156" name="Google Shape;519;p25">
              <a:extLst>
                <a:ext uri="{FF2B5EF4-FFF2-40B4-BE49-F238E27FC236}">
                  <a16:creationId xmlns:a16="http://schemas.microsoft.com/office/drawing/2014/main" id="{5F65EEF7-2EDD-48AD-B2DB-08755AF2949F}"/>
                </a:ext>
              </a:extLst>
            </p:cNvPr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520;p25">
              <a:extLst>
                <a:ext uri="{FF2B5EF4-FFF2-40B4-BE49-F238E27FC236}">
                  <a16:creationId xmlns:a16="http://schemas.microsoft.com/office/drawing/2014/main" id="{7D243405-C539-7426-4777-7AE96AB7ED4E}"/>
                </a:ext>
              </a:extLst>
            </p:cNvPr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" name="Google Shape;521;p25">
            <a:extLst>
              <a:ext uri="{FF2B5EF4-FFF2-40B4-BE49-F238E27FC236}">
                <a16:creationId xmlns:a16="http://schemas.microsoft.com/office/drawing/2014/main" id="{5C939CCF-DBDD-2DF5-A43A-B6E2A6598215}"/>
              </a:ext>
            </a:extLst>
          </p:cNvPr>
          <p:cNvGrpSpPr/>
          <p:nvPr/>
        </p:nvGrpSpPr>
        <p:grpSpPr>
          <a:xfrm>
            <a:off x="6075786" y="5198970"/>
            <a:ext cx="433537" cy="433537"/>
            <a:chOff x="7014301" y="2017350"/>
            <a:chExt cx="502800" cy="502800"/>
          </a:xfrm>
        </p:grpSpPr>
        <p:sp>
          <p:nvSpPr>
            <p:cNvPr id="159" name="Google Shape;522;p25">
              <a:extLst>
                <a:ext uri="{FF2B5EF4-FFF2-40B4-BE49-F238E27FC236}">
                  <a16:creationId xmlns:a16="http://schemas.microsoft.com/office/drawing/2014/main" id="{52EC7F2E-2B32-F57F-234C-CCB643235156}"/>
                </a:ext>
              </a:extLst>
            </p:cNvPr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rgbClr val="FDBC9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523;p25">
              <a:extLst>
                <a:ext uri="{FF2B5EF4-FFF2-40B4-BE49-F238E27FC236}">
                  <a16:creationId xmlns:a16="http://schemas.microsoft.com/office/drawing/2014/main" id="{794684EA-4C9E-1BD7-2542-DD70CDD455ED}"/>
                </a:ext>
              </a:extLst>
            </p:cNvPr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" name="Google Shape;525;p25">
            <a:extLst>
              <a:ext uri="{FF2B5EF4-FFF2-40B4-BE49-F238E27FC236}">
                <a16:creationId xmlns:a16="http://schemas.microsoft.com/office/drawing/2014/main" id="{DE3E41E2-19F1-C91D-D8C5-A73FAF3CB90F}"/>
              </a:ext>
            </a:extLst>
          </p:cNvPr>
          <p:cNvSpPr/>
          <p:nvPr/>
        </p:nvSpPr>
        <p:spPr>
          <a:xfrm>
            <a:off x="4397789" y="5225152"/>
            <a:ext cx="433623" cy="433623"/>
          </a:xfrm>
          <a:prstGeom prst="roundRect">
            <a:avLst>
              <a:gd name="adj" fmla="val 15109"/>
            </a:avLst>
          </a:prstGeom>
          <a:solidFill>
            <a:srgbClr val="D3E3D6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510;p25">
            <a:extLst>
              <a:ext uri="{FF2B5EF4-FFF2-40B4-BE49-F238E27FC236}">
                <a16:creationId xmlns:a16="http://schemas.microsoft.com/office/drawing/2014/main" id="{169B4E24-C5FC-99FC-1DAA-9DC87ABD6B07}"/>
              </a:ext>
            </a:extLst>
          </p:cNvPr>
          <p:cNvGrpSpPr/>
          <p:nvPr/>
        </p:nvGrpSpPr>
        <p:grpSpPr>
          <a:xfrm>
            <a:off x="7182771" y="5367841"/>
            <a:ext cx="1572610" cy="2680420"/>
            <a:chOff x="4754850" y="1600325"/>
            <a:chExt cx="3772191" cy="3108650"/>
          </a:xfrm>
        </p:grpSpPr>
        <p:sp>
          <p:nvSpPr>
            <p:cNvPr id="163" name="Google Shape;511;p25">
              <a:extLst>
                <a:ext uri="{FF2B5EF4-FFF2-40B4-BE49-F238E27FC236}">
                  <a16:creationId xmlns:a16="http://schemas.microsoft.com/office/drawing/2014/main" id="{E092BB8D-9495-47BA-6FE9-84421929F9CB}"/>
                </a:ext>
              </a:extLst>
            </p:cNvPr>
            <p:cNvSpPr/>
            <p:nvPr/>
          </p:nvSpPr>
          <p:spPr>
            <a:xfrm>
              <a:off x="4852641" y="1655875"/>
              <a:ext cx="3674400" cy="3053100"/>
            </a:xfrm>
            <a:prstGeom prst="roundRect">
              <a:avLst>
                <a:gd name="adj" fmla="val 0"/>
              </a:avLst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512;p25">
              <a:extLst>
                <a:ext uri="{FF2B5EF4-FFF2-40B4-BE49-F238E27FC236}">
                  <a16:creationId xmlns:a16="http://schemas.microsoft.com/office/drawing/2014/main" id="{45549852-C826-9134-64F2-95C10F474E9E}"/>
                </a:ext>
              </a:extLst>
            </p:cNvPr>
            <p:cNvSpPr/>
            <p:nvPr/>
          </p:nvSpPr>
          <p:spPr>
            <a:xfrm>
              <a:off x="4754864" y="1600325"/>
              <a:ext cx="3674100" cy="3053100"/>
            </a:xfrm>
            <a:prstGeom prst="roundRect">
              <a:avLst>
                <a:gd name="adj" fmla="val 0"/>
              </a:avLst>
            </a:prstGeom>
            <a:solidFill>
              <a:srgbClr val="FCF6E8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" name="Google Shape;513;p25">
              <a:extLst>
                <a:ext uri="{FF2B5EF4-FFF2-40B4-BE49-F238E27FC236}">
                  <a16:creationId xmlns:a16="http://schemas.microsoft.com/office/drawing/2014/main" id="{4ABD82AF-8C02-42F6-CBFB-F2340BF40605}"/>
                </a:ext>
              </a:extLst>
            </p:cNvPr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6" name="Google Shape;514;p25">
            <a:extLst>
              <a:ext uri="{FF2B5EF4-FFF2-40B4-BE49-F238E27FC236}">
                <a16:creationId xmlns:a16="http://schemas.microsoft.com/office/drawing/2014/main" id="{0024BB71-CACA-4822-AE8C-F51EC5064EA7}"/>
              </a:ext>
            </a:extLst>
          </p:cNvPr>
          <p:cNvGrpSpPr/>
          <p:nvPr/>
        </p:nvGrpSpPr>
        <p:grpSpPr>
          <a:xfrm>
            <a:off x="7190272" y="5756183"/>
            <a:ext cx="1532498" cy="2223301"/>
            <a:chOff x="6628231" y="1961100"/>
            <a:chExt cx="1777333" cy="2578500"/>
          </a:xfrm>
        </p:grpSpPr>
        <p:sp>
          <p:nvSpPr>
            <p:cNvPr id="167" name="Google Shape;515;p25">
              <a:extLst>
                <a:ext uri="{FF2B5EF4-FFF2-40B4-BE49-F238E27FC236}">
                  <a16:creationId xmlns:a16="http://schemas.microsoft.com/office/drawing/2014/main" id="{CEBE876C-8F64-E83D-9F38-74FD5F1DE3F6}"/>
                </a:ext>
              </a:extLst>
            </p:cNvPr>
            <p:cNvSpPr txBox="1"/>
            <p:nvPr/>
          </p:nvSpPr>
          <p:spPr>
            <a:xfrm>
              <a:off x="6628231" y="1961100"/>
              <a:ext cx="1777333" cy="54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ubik Black"/>
                  <a:ea typeface="Rubik Black"/>
                  <a:cs typeface="Rubik Black"/>
                  <a:sym typeface="Rubik Black"/>
                </a:rPr>
                <a:t>Conclusion</a:t>
              </a:r>
              <a:endParaRPr sz="18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  <p:sp>
          <p:nvSpPr>
            <p:cNvPr id="168" name="Google Shape;516;p25">
              <a:extLst>
                <a:ext uri="{FF2B5EF4-FFF2-40B4-BE49-F238E27FC236}">
                  <a16:creationId xmlns:a16="http://schemas.microsoft.com/office/drawing/2014/main" id="{8EDD2219-0A39-57A9-0425-2F7E43A7B92F}"/>
                </a:ext>
              </a:extLst>
            </p:cNvPr>
            <p:cNvSpPr txBox="1"/>
            <p:nvPr/>
          </p:nvSpPr>
          <p:spPr>
            <a:xfrm>
              <a:off x="6912325" y="3924300"/>
              <a:ext cx="1188600" cy="61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00000"/>
                  </a:solidFill>
                  <a:latin typeface="Rubik Black"/>
                  <a:ea typeface="Rubik Black"/>
                  <a:cs typeface="Rubik Black"/>
                  <a:sym typeface="Rubik Black"/>
                </a:rPr>
                <a:t>05</a:t>
              </a:r>
              <a:endParaRPr sz="3600">
                <a:solidFill>
                  <a:srgbClr val="000000"/>
                </a:solidFill>
                <a:latin typeface="Rubik Black"/>
                <a:ea typeface="Rubik Black"/>
                <a:cs typeface="Rubik Black"/>
                <a:sym typeface="Rubik Black"/>
              </a:endParaRPr>
            </a:p>
          </p:txBody>
        </p:sp>
      </p:grpSp>
      <p:grpSp>
        <p:nvGrpSpPr>
          <p:cNvPr id="169" name="Google Shape;524;p25">
            <a:extLst>
              <a:ext uri="{FF2B5EF4-FFF2-40B4-BE49-F238E27FC236}">
                <a16:creationId xmlns:a16="http://schemas.microsoft.com/office/drawing/2014/main" id="{F6D65EC5-61EB-A953-58F9-D9F75137A62A}"/>
              </a:ext>
            </a:extLst>
          </p:cNvPr>
          <p:cNvGrpSpPr/>
          <p:nvPr/>
        </p:nvGrpSpPr>
        <p:grpSpPr>
          <a:xfrm>
            <a:off x="7772648" y="5207285"/>
            <a:ext cx="433623" cy="433623"/>
            <a:chOff x="858700" y="1967475"/>
            <a:chExt cx="605100" cy="605100"/>
          </a:xfrm>
        </p:grpSpPr>
        <p:sp>
          <p:nvSpPr>
            <p:cNvPr id="198" name="Google Shape;525;p25">
              <a:extLst>
                <a:ext uri="{FF2B5EF4-FFF2-40B4-BE49-F238E27FC236}">
                  <a16:creationId xmlns:a16="http://schemas.microsoft.com/office/drawing/2014/main" id="{D34B2934-1186-13A3-6587-B5EA7E193110}"/>
                </a:ext>
              </a:extLst>
            </p:cNvPr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rgbClr val="D3E3D6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526;p25">
              <a:extLst>
                <a:ext uri="{FF2B5EF4-FFF2-40B4-BE49-F238E27FC236}">
                  <a16:creationId xmlns:a16="http://schemas.microsoft.com/office/drawing/2014/main" id="{9487AD58-8656-E293-A49B-1BAF2790DF38}"/>
                </a:ext>
              </a:extLst>
            </p:cNvPr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rgbClr val="DAC2C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1" name="Graphic 200" descr="Pencil with solid fill">
            <a:extLst>
              <a:ext uri="{FF2B5EF4-FFF2-40B4-BE49-F238E27FC236}">
                <a16:creationId xmlns:a16="http://schemas.microsoft.com/office/drawing/2014/main" id="{77B5F2C0-3DFC-B11A-AD46-5B428CECD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3191" y="5250547"/>
            <a:ext cx="356951" cy="356951"/>
          </a:xfrm>
          <a:prstGeom prst="rect">
            <a:avLst/>
          </a:prstGeom>
        </p:spPr>
      </p:pic>
      <p:grpSp>
        <p:nvGrpSpPr>
          <p:cNvPr id="202" name="Group 201">
            <a:extLst>
              <a:ext uri="{FF2B5EF4-FFF2-40B4-BE49-F238E27FC236}">
                <a16:creationId xmlns:a16="http://schemas.microsoft.com/office/drawing/2014/main" id="{8C512658-BAEA-BDC6-0F55-4B3DFE7467A6}"/>
              </a:ext>
            </a:extLst>
          </p:cNvPr>
          <p:cNvGrpSpPr/>
          <p:nvPr/>
        </p:nvGrpSpPr>
        <p:grpSpPr>
          <a:xfrm>
            <a:off x="2692694" y="5227321"/>
            <a:ext cx="444980" cy="446767"/>
            <a:chOff x="2692694" y="1787435"/>
            <a:chExt cx="444980" cy="446767"/>
          </a:xfrm>
        </p:grpSpPr>
        <p:sp>
          <p:nvSpPr>
            <p:cNvPr id="203" name="Google Shape;491;p25">
              <a:extLst>
                <a:ext uri="{FF2B5EF4-FFF2-40B4-BE49-F238E27FC236}">
                  <a16:creationId xmlns:a16="http://schemas.microsoft.com/office/drawing/2014/main" id="{8E044561-7444-8833-484C-D57CDB24A39C}"/>
                </a:ext>
              </a:extLst>
            </p:cNvPr>
            <p:cNvSpPr/>
            <p:nvPr/>
          </p:nvSpPr>
          <p:spPr>
            <a:xfrm>
              <a:off x="2697771" y="1787435"/>
              <a:ext cx="433537" cy="433537"/>
            </a:xfrm>
            <a:prstGeom prst="roundRect">
              <a:avLst>
                <a:gd name="adj" fmla="val 15109"/>
              </a:avLst>
            </a:prstGeom>
            <a:solidFill>
              <a:srgbClr val="EFC4B9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7" name="Graphic 216" descr="Single gear with solid fill">
              <a:extLst>
                <a:ext uri="{FF2B5EF4-FFF2-40B4-BE49-F238E27FC236}">
                  <a16:creationId xmlns:a16="http://schemas.microsoft.com/office/drawing/2014/main" id="{349EEDC6-D6D1-2A18-1A64-FFA67C389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141166">
              <a:off x="2692694" y="1789222"/>
              <a:ext cx="444980" cy="444980"/>
            </a:xfrm>
            <a:prstGeom prst="rect">
              <a:avLst/>
            </a:prstGeom>
          </p:spPr>
        </p:pic>
      </p:grpSp>
      <p:sp>
        <p:nvSpPr>
          <p:cNvPr id="219" name="TextBox 218">
            <a:extLst>
              <a:ext uri="{FF2B5EF4-FFF2-40B4-BE49-F238E27FC236}">
                <a16:creationId xmlns:a16="http://schemas.microsoft.com/office/drawing/2014/main" id="{5500DA58-3137-E4D8-9E94-16C4175257AD}"/>
              </a:ext>
            </a:extLst>
          </p:cNvPr>
          <p:cNvSpPr txBox="1"/>
          <p:nvPr/>
        </p:nvSpPr>
        <p:spPr>
          <a:xfrm>
            <a:off x="647633" y="6405639"/>
            <a:ext cx="1186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Description et objectifs de l’api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654A0693-5D5C-A0DF-3462-52A9C6BDECE3}"/>
              </a:ext>
            </a:extLst>
          </p:cNvPr>
          <p:cNvSpPr txBox="1"/>
          <p:nvPr/>
        </p:nvSpPr>
        <p:spPr>
          <a:xfrm>
            <a:off x="2235766" y="6390669"/>
            <a:ext cx="1425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Architecture du projet et fonctionnement général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1EAF55CD-FEEE-1E8F-8142-7C86EAE3F645}"/>
              </a:ext>
            </a:extLst>
          </p:cNvPr>
          <p:cNvSpPr txBox="1"/>
          <p:nvPr/>
        </p:nvSpPr>
        <p:spPr>
          <a:xfrm>
            <a:off x="3985622" y="6388100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Présentation des </a:t>
            </a:r>
            <a:r>
              <a:rPr lang="fr-CA" err="1"/>
              <a:t>personas</a:t>
            </a:r>
            <a:r>
              <a:rPr lang="fr-CA"/>
              <a:t> et scénarios 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6EB2A321-4AE4-D1E9-EE93-988BC6677A34}"/>
              </a:ext>
            </a:extLst>
          </p:cNvPr>
          <p:cNvSpPr txBox="1"/>
          <p:nvPr/>
        </p:nvSpPr>
        <p:spPr>
          <a:xfrm>
            <a:off x="5615529" y="6382053"/>
            <a:ext cx="14255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Démonstration dans le cadre des scénarios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CAA43C2B-790A-CB4D-0BAB-3C8B5E9BBDCA}"/>
              </a:ext>
            </a:extLst>
          </p:cNvPr>
          <p:cNvSpPr txBox="1"/>
          <p:nvPr/>
        </p:nvSpPr>
        <p:spPr>
          <a:xfrm>
            <a:off x="7276687" y="6448827"/>
            <a:ext cx="1425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/>
              <a:t>Retour sur le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3853916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Soft Colors UI Design for Agencies by Slidesgo</vt:lpstr>
      <vt:lpstr>PowerPoint Presentation</vt:lpstr>
      <vt:lpstr>  Sapienta API</vt:lpstr>
      <vt:lpstr>Plan de présentation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emldev</dc:creator>
  <cp:revision>1</cp:revision>
  <dcterms:modified xsi:type="dcterms:W3CDTF">2025-12-09T13:19:46Z</dcterms:modified>
</cp:coreProperties>
</file>